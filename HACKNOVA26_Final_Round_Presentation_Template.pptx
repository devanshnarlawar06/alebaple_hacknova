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Poppi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gZYfimeZbEX5paqcYoSwCC9tWT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da3870ce27e571c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da3870ce27e571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da3870ce27e571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hda3870ce27e57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jpg"/><Relationship Id="rId11" Type="http://schemas.openxmlformats.org/officeDocument/2006/relationships/image" Target="../media/image5.png"/><Relationship Id="rId10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2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2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2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2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2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1" Type="http://schemas.openxmlformats.org/officeDocument/2006/relationships/image" Target="../media/image5.png"/><Relationship Id="rId10" Type="http://schemas.openxmlformats.org/officeDocument/2006/relationships/image" Target="../media/image4.jp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10" Type="http://schemas.openxmlformats.org/officeDocument/2006/relationships/image" Target="../media/image2.png"/><Relationship Id="rId9" Type="http://schemas.openxmlformats.org/officeDocument/2006/relationships/image" Target="../media/image4.jp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da3870ce27e571c_0_32"/>
          <p:cNvSpPr/>
          <p:nvPr/>
        </p:nvSpPr>
        <p:spPr>
          <a:xfrm>
            <a:off x="1155335" y="702354"/>
            <a:ext cx="15991237" cy="1066133"/>
          </a:xfrm>
          <a:custGeom>
            <a:rect b="b" l="l" r="r" t="t"/>
            <a:pathLst>
              <a:path extrusionOk="0" h="1421511" w="21321649">
                <a:moveTo>
                  <a:pt x="0" y="255905"/>
                </a:moveTo>
                <a:cubicBezTo>
                  <a:pt x="0" y="114554"/>
                  <a:pt x="114554" y="0"/>
                  <a:pt x="255905" y="0"/>
                </a:cubicBezTo>
                <a:lnTo>
                  <a:pt x="21065744" y="0"/>
                </a:lnTo>
                <a:cubicBezTo>
                  <a:pt x="21207095" y="0"/>
                  <a:pt x="21321649" y="114554"/>
                  <a:pt x="21321649" y="255905"/>
                </a:cubicBezTo>
                <a:lnTo>
                  <a:pt x="21321649" y="1165606"/>
                </a:lnTo>
                <a:cubicBezTo>
                  <a:pt x="21321649" y="1306957"/>
                  <a:pt x="21207095" y="1421511"/>
                  <a:pt x="21065744" y="1421511"/>
                </a:cubicBezTo>
                <a:lnTo>
                  <a:pt x="255905" y="1421511"/>
                </a:lnTo>
                <a:cubicBezTo>
                  <a:pt x="114554" y="1421511"/>
                  <a:pt x="0" y="1306957"/>
                  <a:pt x="0" y="1165606"/>
                </a:cubicBezTo>
                <a:close/>
              </a:path>
            </a:pathLst>
          </a:custGeom>
          <a:solidFill>
            <a:srgbClr val="FFFFFF"/>
          </a:solidFill>
          <a:ln cap="sq" cmpd="sng" w="228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hda3870ce27e571c_0_32"/>
          <p:cNvGrpSpPr/>
          <p:nvPr/>
        </p:nvGrpSpPr>
        <p:grpSpPr>
          <a:xfrm>
            <a:off x="1441304" y="789003"/>
            <a:ext cx="8442000" cy="885655"/>
            <a:chOff x="0" y="-9525"/>
            <a:chExt cx="11256000" cy="1180873"/>
          </a:xfrm>
        </p:grpSpPr>
        <p:sp>
          <p:nvSpPr>
            <p:cNvPr id="86" name="Google Shape;86;hda3870ce27e571c_0_32"/>
            <p:cNvSpPr/>
            <p:nvPr/>
          </p:nvSpPr>
          <p:spPr>
            <a:xfrm>
              <a:off x="0" y="0"/>
              <a:ext cx="11255914" cy="1171348"/>
            </a:xfrm>
            <a:custGeom>
              <a:rect b="b" l="l" r="r" t="t"/>
              <a:pathLst>
                <a:path extrusionOk="0" h="1171348" w="11255914">
                  <a:moveTo>
                    <a:pt x="0" y="0"/>
                  </a:moveTo>
                  <a:lnTo>
                    <a:pt x="11255914" y="0"/>
                  </a:lnTo>
                  <a:lnTo>
                    <a:pt x="11255914" y="1171348"/>
                  </a:lnTo>
                  <a:lnTo>
                    <a:pt x="0" y="11713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37238" l="0" r="0" t="-137238"/>
              </a:stretch>
            </a:blipFill>
            <a:ln>
              <a:noFill/>
            </a:ln>
          </p:spPr>
        </p:sp>
        <p:sp>
          <p:nvSpPr>
            <p:cNvPr id="87" name="Google Shape;87;hda3870ce27e571c_0_32"/>
            <p:cNvSpPr txBox="1"/>
            <p:nvPr/>
          </p:nvSpPr>
          <p:spPr>
            <a:xfrm>
              <a:off x="0" y="-9525"/>
              <a:ext cx="11256000" cy="11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26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PICT ACM STUDENT CHAPTER (PASC)</a:t>
              </a:r>
              <a:r>
                <a:rPr b="1" i="0" lang="en-US" sz="1726" u="none" cap="none" strike="noStrike">
                  <a:solidFill>
                    <a:srgbClr val="0C94CC"/>
                  </a:solidFill>
                  <a:latin typeface="Poppins"/>
                  <a:ea typeface="Poppins"/>
                  <a:cs typeface="Poppins"/>
                  <a:sym typeface="Poppins"/>
                </a:rPr>
                <a:t>   |   PULZION’26 </a:t>
              </a:r>
              <a:endParaRPr/>
            </a:p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Pune Institute of Computer Technology (PICT), Pune  </a:t>
              </a:r>
              <a:endParaRPr/>
            </a:p>
          </p:txBody>
        </p:sp>
      </p:grpSp>
      <p:sp>
        <p:nvSpPr>
          <p:cNvPr descr="input_file_2.png" id="88" name="Google Shape;88;hda3870ce27e571c_0_32"/>
          <p:cNvSpPr/>
          <p:nvPr/>
        </p:nvSpPr>
        <p:spPr>
          <a:xfrm>
            <a:off x="10264616" y="878510"/>
            <a:ext cx="713804" cy="713804"/>
          </a:xfrm>
          <a:custGeom>
            <a:rect b="b" l="l" r="r" t="t"/>
            <a:pathLst>
              <a:path extrusionOk="0" h="951738" w="951738">
                <a:moveTo>
                  <a:pt x="0" y="0"/>
                </a:moveTo>
                <a:lnTo>
                  <a:pt x="951738" y="0"/>
                </a:lnTo>
                <a:lnTo>
                  <a:pt x="951738" y="951738"/>
                </a:lnTo>
                <a:lnTo>
                  <a:pt x="0" y="95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4.png" id="89" name="Google Shape;89;hda3870ce27e571c_0_32"/>
          <p:cNvSpPr/>
          <p:nvPr/>
        </p:nvSpPr>
        <p:spPr>
          <a:xfrm>
            <a:off x="11170587" y="878510"/>
            <a:ext cx="1189673" cy="713804"/>
          </a:xfrm>
          <a:custGeom>
            <a:rect b="b" l="l" r="r" t="t"/>
            <a:pathLst>
              <a:path extrusionOk="0" h="951738" w="1586230">
                <a:moveTo>
                  <a:pt x="0" y="0"/>
                </a:moveTo>
                <a:lnTo>
                  <a:pt x="1586230" y="0"/>
                </a:lnTo>
                <a:lnTo>
                  <a:pt x="1586230" y="951738"/>
                </a:lnTo>
                <a:lnTo>
                  <a:pt x="0" y="95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13.png" id="90" name="Google Shape;90;hda3870ce27e571c_0_32"/>
          <p:cNvSpPr/>
          <p:nvPr/>
        </p:nvSpPr>
        <p:spPr>
          <a:xfrm>
            <a:off x="12552426" y="878510"/>
            <a:ext cx="2498217" cy="713804"/>
          </a:xfrm>
          <a:custGeom>
            <a:rect b="b" l="l" r="r" t="t"/>
            <a:pathLst>
              <a:path extrusionOk="0" h="951738" w="3330956">
                <a:moveTo>
                  <a:pt x="0" y="0"/>
                </a:moveTo>
                <a:lnTo>
                  <a:pt x="3330956" y="0"/>
                </a:lnTo>
                <a:lnTo>
                  <a:pt x="3330956" y="951738"/>
                </a:lnTo>
                <a:lnTo>
                  <a:pt x="0" y="95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5.png" id="91" name="Google Shape;91;hda3870ce27e571c_0_32"/>
          <p:cNvSpPr/>
          <p:nvPr/>
        </p:nvSpPr>
        <p:spPr>
          <a:xfrm>
            <a:off x="15242867" y="878510"/>
            <a:ext cx="1640967" cy="713804"/>
          </a:xfrm>
          <a:custGeom>
            <a:rect b="b" l="l" r="r" t="t"/>
            <a:pathLst>
              <a:path extrusionOk="0" h="951738" w="2187956">
                <a:moveTo>
                  <a:pt x="0" y="0"/>
                </a:moveTo>
                <a:lnTo>
                  <a:pt x="2187956" y="0"/>
                </a:lnTo>
                <a:lnTo>
                  <a:pt x="2187956" y="951738"/>
                </a:lnTo>
                <a:lnTo>
                  <a:pt x="0" y="951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9.png" id="92" name="Google Shape;92;hda3870ce27e571c_0_32"/>
          <p:cNvSpPr/>
          <p:nvPr/>
        </p:nvSpPr>
        <p:spPr>
          <a:xfrm>
            <a:off x="1262863" y="1894284"/>
            <a:ext cx="1304068" cy="978027"/>
          </a:xfrm>
          <a:custGeom>
            <a:rect b="b" l="l" r="r" t="t"/>
            <a:pathLst>
              <a:path extrusionOk="0" h="1304036" w="1738757">
                <a:moveTo>
                  <a:pt x="0" y="0"/>
                </a:moveTo>
                <a:lnTo>
                  <a:pt x="1738757" y="0"/>
                </a:lnTo>
                <a:lnTo>
                  <a:pt x="1738757" y="1304036"/>
                </a:lnTo>
                <a:lnTo>
                  <a:pt x="0" y="13040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8.png" id="93" name="Google Shape;93;hda3870ce27e571c_0_32"/>
          <p:cNvSpPr/>
          <p:nvPr/>
        </p:nvSpPr>
        <p:spPr>
          <a:xfrm>
            <a:off x="15813186" y="1866833"/>
            <a:ext cx="1070705" cy="1070705"/>
          </a:xfrm>
          <a:custGeom>
            <a:rect b="b" l="l" r="r" t="t"/>
            <a:pathLst>
              <a:path extrusionOk="0" h="1427607" w="1427607">
                <a:moveTo>
                  <a:pt x="0" y="0"/>
                </a:moveTo>
                <a:lnTo>
                  <a:pt x="1427607" y="0"/>
                </a:lnTo>
                <a:lnTo>
                  <a:pt x="1427607" y="1427607"/>
                </a:lnTo>
                <a:lnTo>
                  <a:pt x="0" y="14276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4" name="Google Shape;94;hda3870ce27e571c_0_32"/>
          <p:cNvGrpSpPr/>
          <p:nvPr/>
        </p:nvGrpSpPr>
        <p:grpSpPr>
          <a:xfrm>
            <a:off x="7972545" y="1887140"/>
            <a:ext cx="3300992" cy="512156"/>
            <a:chOff x="0" y="-9525"/>
            <a:chExt cx="4401323" cy="682874"/>
          </a:xfrm>
        </p:grpSpPr>
        <p:sp>
          <p:nvSpPr>
            <p:cNvPr id="95" name="Google Shape;95;hda3870ce27e571c_0_32"/>
            <p:cNvSpPr/>
            <p:nvPr/>
          </p:nvSpPr>
          <p:spPr>
            <a:xfrm>
              <a:off x="0" y="0"/>
              <a:ext cx="4401323" cy="673349"/>
            </a:xfrm>
            <a:custGeom>
              <a:rect b="b" l="l" r="r" t="t"/>
              <a:pathLst>
                <a:path extrusionOk="0" h="673349" w="4401323">
                  <a:moveTo>
                    <a:pt x="0" y="336676"/>
                  </a:moveTo>
                  <a:cubicBezTo>
                    <a:pt x="0" y="150707"/>
                    <a:pt x="78056" y="0"/>
                    <a:pt x="174376" y="0"/>
                  </a:cubicBezTo>
                  <a:lnTo>
                    <a:pt x="4226914" y="0"/>
                  </a:lnTo>
                  <a:cubicBezTo>
                    <a:pt x="4323234" y="0"/>
                    <a:pt x="4401323" y="150707"/>
                    <a:pt x="4401323" y="336676"/>
                  </a:cubicBezTo>
                  <a:cubicBezTo>
                    <a:pt x="4401323" y="522645"/>
                    <a:pt x="4323162" y="673349"/>
                    <a:pt x="4226914" y="673349"/>
                  </a:cubicBezTo>
                  <a:lnTo>
                    <a:pt x="174376" y="673349"/>
                  </a:lnTo>
                  <a:cubicBezTo>
                    <a:pt x="78056" y="673349"/>
                    <a:pt x="0" y="522645"/>
                    <a:pt x="0" y="336676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9050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hda3870ce27e571c_0_32"/>
            <p:cNvSpPr txBox="1"/>
            <p:nvPr/>
          </p:nvSpPr>
          <p:spPr>
            <a:xfrm>
              <a:off x="0" y="-9525"/>
              <a:ext cx="4401300" cy="68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PULZION’26  •  SPONSOR: MSW</a:t>
              </a:r>
              <a:endParaRPr/>
            </a:p>
          </p:txBody>
        </p:sp>
      </p:grpSp>
      <p:grpSp>
        <p:nvGrpSpPr>
          <p:cNvPr id="97" name="Google Shape;97;hda3870ce27e571c_0_32"/>
          <p:cNvGrpSpPr/>
          <p:nvPr/>
        </p:nvGrpSpPr>
        <p:grpSpPr>
          <a:xfrm>
            <a:off x="2470814" y="2352732"/>
            <a:ext cx="13360275" cy="1157400"/>
            <a:chOff x="0" y="-47625"/>
            <a:chExt cx="17813700" cy="1543200"/>
          </a:xfrm>
        </p:grpSpPr>
        <p:sp>
          <p:nvSpPr>
            <p:cNvPr id="98" name="Google Shape;98;hda3870ce27e571c_0_32"/>
            <p:cNvSpPr/>
            <p:nvPr/>
          </p:nvSpPr>
          <p:spPr>
            <a:xfrm>
              <a:off x="0" y="0"/>
              <a:ext cx="17813627" cy="1495499"/>
            </a:xfrm>
            <a:custGeom>
              <a:rect b="b" l="l" r="r" t="t"/>
              <a:pathLst>
                <a:path extrusionOk="0" h="1495499" w="17813627">
                  <a:moveTo>
                    <a:pt x="0" y="0"/>
                  </a:moveTo>
                  <a:lnTo>
                    <a:pt x="17813627" y="0"/>
                  </a:lnTo>
                  <a:lnTo>
                    <a:pt x="17813627" y="1495499"/>
                  </a:lnTo>
                  <a:lnTo>
                    <a:pt x="0" y="149549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6360" l="0" r="0" t="-197828"/>
              </a:stretch>
            </a:blipFill>
            <a:ln>
              <a:noFill/>
            </a:ln>
          </p:spPr>
        </p:sp>
        <p:sp>
          <p:nvSpPr>
            <p:cNvPr id="99" name="Google Shape;99;hda3870ce27e571c_0_32"/>
            <p:cNvSpPr txBox="1"/>
            <p:nvPr/>
          </p:nvSpPr>
          <p:spPr>
            <a:xfrm>
              <a:off x="0" y="-47625"/>
              <a:ext cx="17813700" cy="154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5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—  Presentation</a:t>
              </a:r>
              <a:endParaRPr/>
            </a:p>
          </p:txBody>
        </p:sp>
      </p:grpSp>
      <p:sp>
        <p:nvSpPr>
          <p:cNvPr descr="input_file_10.png" id="100" name="Google Shape;100;hda3870ce27e571c_0_32"/>
          <p:cNvSpPr/>
          <p:nvPr/>
        </p:nvSpPr>
        <p:spPr>
          <a:xfrm>
            <a:off x="5307440" y="3233109"/>
            <a:ext cx="7686961" cy="1163098"/>
          </a:xfrm>
          <a:custGeom>
            <a:rect b="b" l="l" r="r" t="t"/>
            <a:pathLst>
              <a:path extrusionOk="0" h="1550797" w="10249281">
                <a:moveTo>
                  <a:pt x="0" y="0"/>
                </a:moveTo>
                <a:lnTo>
                  <a:pt x="10249281" y="0"/>
                </a:lnTo>
                <a:lnTo>
                  <a:pt x="10249281" y="1550797"/>
                </a:lnTo>
                <a:lnTo>
                  <a:pt x="0" y="15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hda3870ce27e571c_0_32"/>
          <p:cNvSpPr/>
          <p:nvPr/>
        </p:nvSpPr>
        <p:spPr>
          <a:xfrm>
            <a:off x="1289742" y="4405703"/>
            <a:ext cx="8593454" cy="4627055"/>
          </a:xfrm>
          <a:custGeom>
            <a:rect b="b" l="l" r="r" t="t"/>
            <a:pathLst>
              <a:path extrusionOk="0" h="6169406" w="11457939">
                <a:moveTo>
                  <a:pt x="0" y="246761"/>
                </a:moveTo>
                <a:cubicBezTo>
                  <a:pt x="0" y="110490"/>
                  <a:pt x="113940" y="0"/>
                  <a:pt x="254467" y="0"/>
                </a:cubicBezTo>
                <a:lnTo>
                  <a:pt x="11203472" y="0"/>
                </a:lnTo>
                <a:cubicBezTo>
                  <a:pt x="11343998" y="0"/>
                  <a:pt x="11457939" y="110490"/>
                  <a:pt x="11457939" y="246761"/>
                </a:cubicBezTo>
                <a:lnTo>
                  <a:pt x="11457939" y="5922645"/>
                </a:lnTo>
                <a:cubicBezTo>
                  <a:pt x="11457939" y="6058916"/>
                  <a:pt x="11343998" y="6169406"/>
                  <a:pt x="11203472" y="6169406"/>
                </a:cubicBezTo>
                <a:lnTo>
                  <a:pt x="254467" y="6169406"/>
                </a:lnTo>
                <a:cubicBezTo>
                  <a:pt x="113940" y="6169406"/>
                  <a:pt x="0" y="6058916"/>
                  <a:pt x="0" y="5922645"/>
                </a:cubicBezTo>
                <a:close/>
              </a:path>
            </a:pathLst>
          </a:custGeom>
          <a:solidFill>
            <a:srgbClr val="FFFFFF"/>
          </a:solidFill>
          <a:ln cap="sq" cmpd="sng" w="285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hda3870ce27e571c_0_32"/>
          <p:cNvSpPr/>
          <p:nvPr/>
        </p:nvSpPr>
        <p:spPr>
          <a:xfrm>
            <a:off x="1509941" y="4584725"/>
            <a:ext cx="7892891" cy="549116"/>
          </a:xfrm>
          <a:custGeom>
            <a:rect b="b" l="l" r="r" t="t"/>
            <a:pathLst>
              <a:path extrusionOk="0" h="732155" w="10523855">
                <a:moveTo>
                  <a:pt x="0" y="109855"/>
                </a:moveTo>
                <a:cubicBezTo>
                  <a:pt x="0" y="49149"/>
                  <a:pt x="49149" y="0"/>
                  <a:pt x="109855" y="0"/>
                </a:cubicBezTo>
                <a:lnTo>
                  <a:pt x="10414000" y="0"/>
                </a:lnTo>
                <a:cubicBezTo>
                  <a:pt x="10474706" y="0"/>
                  <a:pt x="10523855" y="49149"/>
                  <a:pt x="10523855" y="109855"/>
                </a:cubicBezTo>
                <a:lnTo>
                  <a:pt x="10523855" y="622300"/>
                </a:lnTo>
                <a:cubicBezTo>
                  <a:pt x="10523855" y="683006"/>
                  <a:pt x="10474706" y="732155"/>
                  <a:pt x="10414000" y="732155"/>
                </a:cubicBezTo>
                <a:lnTo>
                  <a:pt x="109855" y="732155"/>
                </a:lnTo>
                <a:cubicBezTo>
                  <a:pt x="49149" y="732155"/>
                  <a:pt x="0" y="682879"/>
                  <a:pt x="0" y="622300"/>
                </a:cubicBezTo>
                <a:close/>
              </a:path>
            </a:pathLst>
          </a:custGeom>
          <a:solidFill>
            <a:srgbClr val="1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hda3870ce27e571c_0_32"/>
          <p:cNvGrpSpPr/>
          <p:nvPr/>
        </p:nvGrpSpPr>
        <p:grpSpPr>
          <a:xfrm>
            <a:off x="1658368" y="4563294"/>
            <a:ext cx="7856325" cy="692550"/>
            <a:chOff x="0" y="-28575"/>
            <a:chExt cx="10475100" cy="923400"/>
          </a:xfrm>
        </p:grpSpPr>
        <p:sp>
          <p:nvSpPr>
            <p:cNvPr id="104" name="Google Shape;104;hda3870ce27e571c_0_32"/>
            <p:cNvSpPr/>
            <p:nvPr/>
          </p:nvSpPr>
          <p:spPr>
            <a:xfrm>
              <a:off x="0" y="0"/>
              <a:ext cx="10474973" cy="894759"/>
            </a:xfrm>
            <a:custGeom>
              <a:rect b="b" l="l" r="r" t="t"/>
              <a:pathLst>
                <a:path extrusionOk="0" h="894759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894759"/>
                  </a:lnTo>
                  <a:lnTo>
                    <a:pt x="0" y="89475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120" l="0" r="3030" t="-180299"/>
              </a:stretch>
            </a:blipFill>
            <a:ln>
              <a:noFill/>
            </a:ln>
          </p:spPr>
        </p:sp>
        <p:sp>
          <p:nvSpPr>
            <p:cNvPr id="105" name="Google Shape;105;hda3870ce27e571c_0_32"/>
            <p:cNvSpPr txBox="1"/>
            <p:nvPr/>
          </p:nvSpPr>
          <p:spPr>
            <a:xfrm>
              <a:off x="0" y="-28575"/>
              <a:ext cx="104751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2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PROJECT &amp; PROBLEM STATEMENT DETAILS</a:t>
              </a:r>
              <a:endParaRPr/>
            </a:p>
          </p:txBody>
        </p:sp>
      </p:grpSp>
      <p:sp>
        <p:nvSpPr>
          <p:cNvPr id="106" name="Google Shape;106;hda3870ce27e571c_0_32"/>
          <p:cNvSpPr/>
          <p:nvPr/>
        </p:nvSpPr>
        <p:spPr>
          <a:xfrm>
            <a:off x="1537258" y="5263439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" name="Google Shape;107;hda3870ce27e571c_0_32"/>
          <p:cNvGrpSpPr/>
          <p:nvPr/>
        </p:nvGrpSpPr>
        <p:grpSpPr>
          <a:xfrm>
            <a:off x="1734154" y="5277086"/>
            <a:ext cx="7856325" cy="611775"/>
            <a:chOff x="0" y="-28575"/>
            <a:chExt cx="10475100" cy="815700"/>
          </a:xfrm>
        </p:grpSpPr>
        <p:sp>
          <p:nvSpPr>
            <p:cNvPr id="108" name="Google Shape;108;hda3870ce27e571c_0_32"/>
            <p:cNvSpPr/>
            <p:nvPr/>
          </p:nvSpPr>
          <p:spPr>
            <a:xfrm>
              <a:off x="0" y="0"/>
              <a:ext cx="10474973" cy="787004"/>
            </a:xfrm>
            <a:custGeom>
              <a:rect b="b" l="l" r="r" t="t"/>
              <a:pathLst>
                <a:path extrusionOk="0" h="787004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1489" l="0" r="3030" t="-201479"/>
              </a:stretch>
            </a:blipFill>
            <a:ln>
              <a:noFill/>
            </a:ln>
          </p:spPr>
        </p:sp>
        <p:sp>
          <p:nvSpPr>
            <p:cNvPr id="109" name="Google Shape;109;hda3870ce27e571c_0_32"/>
            <p:cNvSpPr txBox="1"/>
            <p:nvPr/>
          </p:nvSpPr>
          <p:spPr>
            <a:xfrm>
              <a:off x="0" y="-28575"/>
              <a:ext cx="104751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Project / Solution Title: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[Click to enter your Project / Solution Title]</a:t>
              </a:r>
              <a:endParaRPr/>
            </a:p>
          </p:txBody>
        </p:sp>
      </p:grpSp>
      <p:sp>
        <p:nvSpPr>
          <p:cNvPr id="110" name="Google Shape;110;hda3870ce27e571c_0_32"/>
          <p:cNvSpPr/>
          <p:nvPr/>
        </p:nvSpPr>
        <p:spPr>
          <a:xfrm>
            <a:off x="1537258" y="5990949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hda3870ce27e571c_0_32"/>
          <p:cNvGrpSpPr/>
          <p:nvPr/>
        </p:nvGrpSpPr>
        <p:grpSpPr>
          <a:xfrm>
            <a:off x="1734154" y="6002013"/>
            <a:ext cx="7856325" cy="611775"/>
            <a:chOff x="0" y="-28575"/>
            <a:chExt cx="10475100" cy="815700"/>
          </a:xfrm>
        </p:grpSpPr>
        <p:sp>
          <p:nvSpPr>
            <p:cNvPr id="112" name="Google Shape;112;hda3870ce27e571c_0_32"/>
            <p:cNvSpPr/>
            <p:nvPr/>
          </p:nvSpPr>
          <p:spPr>
            <a:xfrm>
              <a:off x="0" y="0"/>
              <a:ext cx="10474973" cy="787004"/>
            </a:xfrm>
            <a:custGeom>
              <a:rect b="b" l="l" r="r" t="t"/>
              <a:pathLst>
                <a:path extrusionOk="0" h="787004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1489" l="0" r="3030" t="-201479"/>
              </a:stretch>
            </a:blipFill>
            <a:ln>
              <a:noFill/>
            </a:ln>
          </p:spPr>
        </p:sp>
        <p:sp>
          <p:nvSpPr>
            <p:cNvPr id="113" name="Google Shape;113;hda3870ce27e571c_0_32"/>
            <p:cNvSpPr txBox="1"/>
            <p:nvPr/>
          </p:nvSpPr>
          <p:spPr>
            <a:xfrm>
              <a:off x="0" y="-28575"/>
              <a:ext cx="104751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Problem Statement Title: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[Click to enter Official Problem Title]</a:t>
              </a:r>
              <a:endParaRPr/>
            </a:p>
          </p:txBody>
        </p:sp>
      </p:grpSp>
      <p:sp>
        <p:nvSpPr>
          <p:cNvPr id="114" name="Google Shape;114;hda3870ce27e571c_0_32"/>
          <p:cNvSpPr/>
          <p:nvPr/>
        </p:nvSpPr>
        <p:spPr>
          <a:xfrm>
            <a:off x="1537258" y="6718468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5" name="Google Shape;115;hda3870ce27e571c_0_32"/>
          <p:cNvGrpSpPr/>
          <p:nvPr/>
        </p:nvGrpSpPr>
        <p:grpSpPr>
          <a:xfrm>
            <a:off x="1734154" y="6732118"/>
            <a:ext cx="7856325" cy="611775"/>
            <a:chOff x="0" y="-28575"/>
            <a:chExt cx="10475100" cy="815700"/>
          </a:xfrm>
        </p:grpSpPr>
        <p:sp>
          <p:nvSpPr>
            <p:cNvPr id="116" name="Google Shape;116;hda3870ce27e571c_0_32"/>
            <p:cNvSpPr/>
            <p:nvPr/>
          </p:nvSpPr>
          <p:spPr>
            <a:xfrm>
              <a:off x="0" y="0"/>
              <a:ext cx="10474973" cy="787004"/>
            </a:xfrm>
            <a:custGeom>
              <a:rect b="b" l="l" r="r" t="t"/>
              <a:pathLst>
                <a:path extrusionOk="0" h="787004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1489" l="0" r="3030" t="-201479"/>
              </a:stretch>
            </a:blipFill>
            <a:ln>
              <a:noFill/>
            </a:ln>
          </p:spPr>
        </p:sp>
        <p:sp>
          <p:nvSpPr>
            <p:cNvPr id="117" name="Google Shape;117;hda3870ce27e571c_0_32"/>
            <p:cNvSpPr txBox="1"/>
            <p:nvPr/>
          </p:nvSpPr>
          <p:spPr>
            <a:xfrm>
              <a:off x="0" y="-28575"/>
              <a:ext cx="104751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GitHub Repository Link: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[https://github.com/your-team/your-repo]</a:t>
              </a:r>
              <a:endParaRPr/>
            </a:p>
          </p:txBody>
        </p:sp>
      </p:grpSp>
      <p:sp>
        <p:nvSpPr>
          <p:cNvPr id="118" name="Google Shape;118;hda3870ce27e571c_0_32"/>
          <p:cNvSpPr/>
          <p:nvPr/>
        </p:nvSpPr>
        <p:spPr>
          <a:xfrm>
            <a:off x="1537258" y="7445988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hda3870ce27e571c_0_32"/>
          <p:cNvGrpSpPr/>
          <p:nvPr/>
        </p:nvGrpSpPr>
        <p:grpSpPr>
          <a:xfrm>
            <a:off x="1734154" y="7459635"/>
            <a:ext cx="7856325" cy="611775"/>
            <a:chOff x="0" y="-28575"/>
            <a:chExt cx="10475100" cy="815700"/>
          </a:xfrm>
        </p:grpSpPr>
        <p:sp>
          <p:nvSpPr>
            <p:cNvPr id="120" name="Google Shape;120;hda3870ce27e571c_0_32"/>
            <p:cNvSpPr/>
            <p:nvPr/>
          </p:nvSpPr>
          <p:spPr>
            <a:xfrm>
              <a:off x="0" y="0"/>
              <a:ext cx="10474973" cy="787004"/>
            </a:xfrm>
            <a:custGeom>
              <a:rect b="b" l="l" r="r" t="t"/>
              <a:pathLst>
                <a:path extrusionOk="0" h="787004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1489" l="0" r="3030" t="-201479"/>
              </a:stretch>
            </a:blipFill>
            <a:ln>
              <a:noFill/>
            </a:ln>
          </p:spPr>
        </p:sp>
        <p:sp>
          <p:nvSpPr>
            <p:cNvPr id="121" name="Google Shape;121;hda3870ce27e571c_0_32"/>
            <p:cNvSpPr txBox="1"/>
            <p:nvPr/>
          </p:nvSpPr>
          <p:spPr>
            <a:xfrm>
              <a:off x="0" y="-28575"/>
              <a:ext cx="104751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Live Prototype / Demo Link(Optional):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[https://your-live-demo-url.com]</a:t>
              </a:r>
              <a:endParaRPr/>
            </a:p>
          </p:txBody>
        </p:sp>
      </p:grpSp>
      <p:sp>
        <p:nvSpPr>
          <p:cNvPr id="122" name="Google Shape;122;hda3870ce27e571c_0_32"/>
          <p:cNvSpPr/>
          <p:nvPr/>
        </p:nvSpPr>
        <p:spPr>
          <a:xfrm>
            <a:off x="1537258" y="8173498"/>
            <a:ext cx="8098403" cy="660368"/>
          </a:xfrm>
          <a:custGeom>
            <a:rect b="b" l="l" r="r" t="t"/>
            <a:pathLst>
              <a:path extrusionOk="0" h="880491" w="10797870">
                <a:moveTo>
                  <a:pt x="0" y="105664"/>
                </a:moveTo>
                <a:cubicBezTo>
                  <a:pt x="0" y="47371"/>
                  <a:pt x="48850" y="0"/>
                  <a:pt x="108964" y="0"/>
                </a:cubicBezTo>
                <a:lnTo>
                  <a:pt x="10688906" y="0"/>
                </a:lnTo>
                <a:cubicBezTo>
                  <a:pt x="10749151" y="0"/>
                  <a:pt x="10797870" y="47371"/>
                  <a:pt x="10797870" y="105664"/>
                </a:cubicBezTo>
                <a:lnTo>
                  <a:pt x="10797870" y="774827"/>
                </a:lnTo>
                <a:cubicBezTo>
                  <a:pt x="10797870" y="833247"/>
                  <a:pt x="10749021" y="880491"/>
                  <a:pt x="10688906" y="880491"/>
                </a:cubicBezTo>
                <a:lnTo>
                  <a:pt x="108964" y="880491"/>
                </a:lnTo>
                <a:cubicBezTo>
                  <a:pt x="48850" y="880491"/>
                  <a:pt x="0" y="833247"/>
                  <a:pt x="0" y="77482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hda3870ce27e571c_0_32"/>
          <p:cNvGrpSpPr/>
          <p:nvPr/>
        </p:nvGrpSpPr>
        <p:grpSpPr>
          <a:xfrm>
            <a:off x="1734154" y="8075471"/>
            <a:ext cx="7856325" cy="835033"/>
            <a:chOff x="0" y="-28575"/>
            <a:chExt cx="10475100" cy="1113377"/>
          </a:xfrm>
        </p:grpSpPr>
        <p:sp>
          <p:nvSpPr>
            <p:cNvPr id="124" name="Google Shape;124;hda3870ce27e571c_0_32"/>
            <p:cNvSpPr/>
            <p:nvPr/>
          </p:nvSpPr>
          <p:spPr>
            <a:xfrm>
              <a:off x="0" y="0"/>
              <a:ext cx="10474973" cy="1084802"/>
            </a:xfrm>
            <a:custGeom>
              <a:rect b="b" l="l" r="r" t="t"/>
              <a:pathLst>
                <a:path extrusionOk="0" h="1084802" w="10474973">
                  <a:moveTo>
                    <a:pt x="0" y="0"/>
                  </a:moveTo>
                  <a:lnTo>
                    <a:pt x="10474973" y="0"/>
                  </a:lnTo>
                  <a:lnTo>
                    <a:pt x="10474973" y="1084802"/>
                  </a:lnTo>
                  <a:lnTo>
                    <a:pt x="0" y="108480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8734" l="0" r="3030" t="-146176"/>
              </a:stretch>
            </a:blipFill>
            <a:ln>
              <a:noFill/>
            </a:ln>
          </p:spPr>
        </p:sp>
        <p:sp>
          <p:nvSpPr>
            <p:cNvPr id="125" name="Google Shape;125;hda3870ce27e571c_0_32"/>
            <p:cNvSpPr txBox="1"/>
            <p:nvPr/>
          </p:nvSpPr>
          <p:spPr>
            <a:xfrm>
              <a:off x="0" y="-28575"/>
              <a:ext cx="10475100" cy="11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Figma / Design Link (Optional):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[https://figma.com/file/your-design-link]</a:t>
              </a:r>
              <a:endParaRPr/>
            </a:p>
          </p:txBody>
        </p:sp>
      </p:grpSp>
      <p:sp>
        <p:nvSpPr>
          <p:cNvPr id="126" name="Google Shape;126;hda3870ce27e571c_0_32"/>
          <p:cNvSpPr/>
          <p:nvPr/>
        </p:nvSpPr>
        <p:spPr>
          <a:xfrm>
            <a:off x="10232036" y="4440022"/>
            <a:ext cx="7390565" cy="4627055"/>
          </a:xfrm>
          <a:custGeom>
            <a:rect b="b" l="l" r="r" t="t"/>
            <a:pathLst>
              <a:path extrusionOk="0" h="6169406" w="9854086">
                <a:moveTo>
                  <a:pt x="0" y="246761"/>
                </a:moveTo>
                <a:cubicBezTo>
                  <a:pt x="0" y="110490"/>
                  <a:pt x="114384" y="0"/>
                  <a:pt x="255457" y="0"/>
                </a:cubicBezTo>
                <a:lnTo>
                  <a:pt x="9598630" y="0"/>
                </a:lnTo>
                <a:cubicBezTo>
                  <a:pt x="9739702" y="0"/>
                  <a:pt x="9854086" y="110490"/>
                  <a:pt x="9854086" y="246761"/>
                </a:cubicBezTo>
                <a:lnTo>
                  <a:pt x="9854086" y="5922645"/>
                </a:lnTo>
                <a:cubicBezTo>
                  <a:pt x="9854086" y="6058916"/>
                  <a:pt x="9739702" y="6169406"/>
                  <a:pt x="9598630" y="6169406"/>
                </a:cubicBezTo>
                <a:lnTo>
                  <a:pt x="255457" y="6169406"/>
                </a:lnTo>
                <a:cubicBezTo>
                  <a:pt x="114384" y="6169406"/>
                  <a:pt x="0" y="6058916"/>
                  <a:pt x="0" y="5922645"/>
                </a:cubicBezTo>
                <a:close/>
              </a:path>
            </a:pathLst>
          </a:custGeom>
          <a:solidFill>
            <a:srgbClr val="FFFFFF"/>
          </a:solidFill>
          <a:ln cap="sq" cmpd="sng" w="285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da3870ce27e571c_0_32"/>
          <p:cNvSpPr/>
          <p:nvPr/>
        </p:nvSpPr>
        <p:spPr>
          <a:xfrm>
            <a:off x="10460005" y="4619044"/>
            <a:ext cx="6934706" cy="549116"/>
          </a:xfrm>
          <a:custGeom>
            <a:rect b="b" l="l" r="r" t="t"/>
            <a:pathLst>
              <a:path extrusionOk="0" h="732155" w="9246275">
                <a:moveTo>
                  <a:pt x="0" y="109855"/>
                </a:moveTo>
                <a:cubicBezTo>
                  <a:pt x="0" y="49149"/>
                  <a:pt x="50881" y="0"/>
                  <a:pt x="113726" y="0"/>
                </a:cubicBezTo>
                <a:lnTo>
                  <a:pt x="9132549" y="0"/>
                </a:lnTo>
                <a:cubicBezTo>
                  <a:pt x="9195395" y="0"/>
                  <a:pt x="9246275" y="49149"/>
                  <a:pt x="9246275" y="109855"/>
                </a:cubicBezTo>
                <a:lnTo>
                  <a:pt x="9246275" y="622300"/>
                </a:lnTo>
                <a:cubicBezTo>
                  <a:pt x="9246275" y="683006"/>
                  <a:pt x="9195395" y="732155"/>
                  <a:pt x="9132549" y="732155"/>
                </a:cubicBezTo>
                <a:lnTo>
                  <a:pt x="113726" y="732155"/>
                </a:lnTo>
                <a:cubicBezTo>
                  <a:pt x="50881" y="732155"/>
                  <a:pt x="0" y="682879"/>
                  <a:pt x="0" y="622300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8" name="Google Shape;128;hda3870ce27e571c_0_32"/>
          <p:cNvGrpSpPr/>
          <p:nvPr/>
        </p:nvGrpSpPr>
        <p:grpSpPr>
          <a:xfrm>
            <a:off x="10602107" y="4597613"/>
            <a:ext cx="6650550" cy="692550"/>
            <a:chOff x="0" y="-28575"/>
            <a:chExt cx="8867400" cy="923400"/>
          </a:xfrm>
        </p:grpSpPr>
        <p:sp>
          <p:nvSpPr>
            <p:cNvPr id="129" name="Google Shape;129;hda3870ce27e571c_0_32"/>
            <p:cNvSpPr/>
            <p:nvPr/>
          </p:nvSpPr>
          <p:spPr>
            <a:xfrm>
              <a:off x="0" y="0"/>
              <a:ext cx="8867322" cy="894759"/>
            </a:xfrm>
            <a:custGeom>
              <a:rect b="b" l="l" r="r" t="t"/>
              <a:pathLst>
                <a:path extrusionOk="0" h="894759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894759"/>
                  </a:lnTo>
                  <a:lnTo>
                    <a:pt x="0" y="894759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27443" l="0" r="3400" t="-145622"/>
              </a:stretch>
            </a:blipFill>
            <a:ln>
              <a:noFill/>
            </a:ln>
          </p:spPr>
        </p:sp>
        <p:sp>
          <p:nvSpPr>
            <p:cNvPr id="130" name="Google Shape;130;hda3870ce27e571c_0_32"/>
            <p:cNvSpPr txBox="1"/>
            <p:nvPr/>
          </p:nvSpPr>
          <p:spPr>
            <a:xfrm>
              <a:off x="0" y="-28575"/>
              <a:ext cx="88674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2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TEAM INFORMATION</a:t>
              </a:r>
              <a:endParaRPr/>
            </a:p>
          </p:txBody>
        </p:sp>
      </p:grpSp>
      <p:sp>
        <p:nvSpPr>
          <p:cNvPr id="131" name="Google Shape;131;hda3870ce27e571c_0_32"/>
          <p:cNvSpPr/>
          <p:nvPr/>
        </p:nvSpPr>
        <p:spPr>
          <a:xfrm>
            <a:off x="10452599" y="5298234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hda3870ce27e571c_0_32"/>
          <p:cNvGrpSpPr/>
          <p:nvPr/>
        </p:nvGrpSpPr>
        <p:grpSpPr>
          <a:xfrm>
            <a:off x="10602107" y="5311407"/>
            <a:ext cx="6650550" cy="611775"/>
            <a:chOff x="0" y="-28575"/>
            <a:chExt cx="8867400" cy="815700"/>
          </a:xfrm>
        </p:grpSpPr>
        <p:sp>
          <p:nvSpPr>
            <p:cNvPr id="133" name="Google Shape;133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</p:sp>
        <p:sp>
          <p:nvSpPr>
            <p:cNvPr id="134" name="Google Shape;134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Name: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[Enter Team Name]</a:t>
              </a:r>
              <a:endParaRPr/>
            </a:p>
          </p:txBody>
        </p:sp>
      </p:grpSp>
      <p:sp>
        <p:nvSpPr>
          <p:cNvPr id="135" name="Google Shape;135;hda3870ce27e571c_0_32"/>
          <p:cNvSpPr/>
          <p:nvPr/>
        </p:nvSpPr>
        <p:spPr>
          <a:xfrm>
            <a:off x="10452599" y="6025744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" name="Google Shape;136;hda3870ce27e571c_0_32"/>
          <p:cNvGrpSpPr/>
          <p:nvPr/>
        </p:nvGrpSpPr>
        <p:grpSpPr>
          <a:xfrm>
            <a:off x="10602107" y="6038917"/>
            <a:ext cx="6650550" cy="611775"/>
            <a:chOff x="0" y="-28575"/>
            <a:chExt cx="8867400" cy="815700"/>
          </a:xfrm>
        </p:grpSpPr>
        <p:sp>
          <p:nvSpPr>
            <p:cNvPr id="137" name="Google Shape;137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</p:sp>
        <p:sp>
          <p:nvSpPr>
            <p:cNvPr id="138" name="Google Shape;138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Leader: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[Enter Team Leader Full Name]</a:t>
              </a:r>
              <a:endParaRPr/>
            </a:p>
          </p:txBody>
        </p:sp>
      </p:grpSp>
      <p:sp>
        <p:nvSpPr>
          <p:cNvPr id="139" name="Google Shape;139;hda3870ce27e571c_0_32"/>
          <p:cNvSpPr/>
          <p:nvPr/>
        </p:nvSpPr>
        <p:spPr>
          <a:xfrm>
            <a:off x="10452599" y="6753263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hda3870ce27e571c_0_32"/>
          <p:cNvGrpSpPr/>
          <p:nvPr/>
        </p:nvGrpSpPr>
        <p:grpSpPr>
          <a:xfrm>
            <a:off x="10602107" y="6766436"/>
            <a:ext cx="6650550" cy="611775"/>
            <a:chOff x="0" y="-28575"/>
            <a:chExt cx="8867400" cy="815700"/>
          </a:xfrm>
        </p:grpSpPr>
        <p:sp>
          <p:nvSpPr>
            <p:cNvPr id="141" name="Google Shape;141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</p:sp>
        <p:sp>
          <p:nvSpPr>
            <p:cNvPr id="142" name="Google Shape;142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Member 2: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[Enter Team Member Name]</a:t>
              </a:r>
              <a:endParaRPr/>
            </a:p>
          </p:txBody>
        </p:sp>
      </p:grpSp>
      <p:sp>
        <p:nvSpPr>
          <p:cNvPr id="143" name="Google Shape;143;hda3870ce27e571c_0_32"/>
          <p:cNvSpPr/>
          <p:nvPr/>
        </p:nvSpPr>
        <p:spPr>
          <a:xfrm>
            <a:off x="10452599" y="7480783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4" name="Google Shape;144;hda3870ce27e571c_0_32"/>
          <p:cNvGrpSpPr/>
          <p:nvPr/>
        </p:nvGrpSpPr>
        <p:grpSpPr>
          <a:xfrm>
            <a:off x="10602107" y="7493956"/>
            <a:ext cx="6650550" cy="611775"/>
            <a:chOff x="0" y="-28575"/>
            <a:chExt cx="8867400" cy="815700"/>
          </a:xfrm>
        </p:grpSpPr>
        <p:sp>
          <p:nvSpPr>
            <p:cNvPr id="145" name="Google Shape;145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</p:sp>
        <p:sp>
          <p:nvSpPr>
            <p:cNvPr id="146" name="Google Shape;146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Member 3: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[Enter Team Member Name (if applicable)]</a:t>
              </a:r>
              <a:endParaRPr/>
            </a:p>
          </p:txBody>
        </p:sp>
      </p:grpSp>
      <p:sp>
        <p:nvSpPr>
          <p:cNvPr id="147" name="Google Shape;147;hda3870ce27e571c_0_32"/>
          <p:cNvSpPr/>
          <p:nvPr/>
        </p:nvSpPr>
        <p:spPr>
          <a:xfrm>
            <a:off x="10452599" y="8208293"/>
            <a:ext cx="6949497" cy="659511"/>
          </a:xfrm>
          <a:custGeom>
            <a:rect b="b" l="l" r="r" t="t"/>
            <a:pathLst>
              <a:path extrusionOk="0" h="879348" w="9265996">
                <a:moveTo>
                  <a:pt x="0" y="105537"/>
                </a:moveTo>
                <a:cubicBezTo>
                  <a:pt x="0" y="47244"/>
                  <a:pt x="48909" y="0"/>
                  <a:pt x="109256" y="0"/>
                </a:cubicBezTo>
                <a:lnTo>
                  <a:pt x="9156740" y="0"/>
                </a:lnTo>
                <a:cubicBezTo>
                  <a:pt x="9217088" y="0"/>
                  <a:pt x="9265996" y="47244"/>
                  <a:pt x="9265996" y="105537"/>
                </a:cubicBezTo>
                <a:lnTo>
                  <a:pt x="9265996" y="773811"/>
                </a:lnTo>
                <a:cubicBezTo>
                  <a:pt x="9265996" y="832104"/>
                  <a:pt x="9217088" y="879348"/>
                  <a:pt x="9156740" y="879348"/>
                </a:cubicBezTo>
                <a:lnTo>
                  <a:pt x="109256" y="879348"/>
                </a:lnTo>
                <a:cubicBezTo>
                  <a:pt x="48909" y="879221"/>
                  <a:pt x="0" y="831977"/>
                  <a:pt x="0" y="773811"/>
                </a:cubicBezTo>
                <a:close/>
              </a:path>
            </a:pathLst>
          </a:custGeom>
          <a:solidFill>
            <a:srgbClr val="EAF7FC"/>
          </a:solidFill>
          <a:ln cap="sq" cmpd="sng" w="142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hda3870ce27e571c_0_32"/>
          <p:cNvGrpSpPr/>
          <p:nvPr/>
        </p:nvGrpSpPr>
        <p:grpSpPr>
          <a:xfrm>
            <a:off x="10602107" y="8255111"/>
            <a:ext cx="6650550" cy="611775"/>
            <a:chOff x="0" y="-28575"/>
            <a:chExt cx="8867400" cy="815700"/>
          </a:xfrm>
        </p:grpSpPr>
        <p:sp>
          <p:nvSpPr>
            <p:cNvPr id="149" name="Google Shape;149;hda3870ce27e571c_0_32"/>
            <p:cNvSpPr/>
            <p:nvPr/>
          </p:nvSpPr>
          <p:spPr>
            <a:xfrm>
              <a:off x="0" y="0"/>
              <a:ext cx="8867322" cy="787004"/>
            </a:xfrm>
            <a:custGeom>
              <a:rect b="b" l="l" r="r" t="t"/>
              <a:pathLst>
                <a:path extrusionOk="0" h="787004" w="8867322">
                  <a:moveTo>
                    <a:pt x="0" y="0"/>
                  </a:moveTo>
                  <a:lnTo>
                    <a:pt x="8867322" y="0"/>
                  </a:lnTo>
                  <a:lnTo>
                    <a:pt x="8867322" y="787004"/>
                  </a:lnTo>
                  <a:lnTo>
                    <a:pt x="0" y="78700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2062" l="0" r="3400" t="-162062"/>
              </a:stretch>
            </a:blipFill>
            <a:ln>
              <a:noFill/>
            </a:ln>
          </p:spPr>
        </p:sp>
        <p:sp>
          <p:nvSpPr>
            <p:cNvPr id="150" name="Google Shape;150;hda3870ce27e571c_0_32"/>
            <p:cNvSpPr txBox="1"/>
            <p:nvPr/>
          </p:nvSpPr>
          <p:spPr>
            <a:xfrm>
              <a:off x="0" y="-28575"/>
              <a:ext cx="8867400" cy="8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Team Member 4: </a:t>
              </a:r>
              <a:r>
                <a:rPr b="0" i="0" lang="en-US" sz="1700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[Enter Team Member Name (if applicable)]</a:t>
              </a:r>
              <a:endParaRPr/>
            </a:p>
          </p:txBody>
        </p:sp>
      </p:grpSp>
      <p:sp>
        <p:nvSpPr>
          <p:cNvPr id="151" name="Google Shape;151;hda3870ce27e571c_0_32"/>
          <p:cNvSpPr/>
          <p:nvPr/>
        </p:nvSpPr>
        <p:spPr>
          <a:xfrm>
            <a:off x="3424057" y="9216733"/>
            <a:ext cx="11453717" cy="481965"/>
          </a:xfrm>
          <a:custGeom>
            <a:rect b="b" l="l" r="r" t="t"/>
            <a:pathLst>
              <a:path extrusionOk="0" h="642620" w="15271623">
                <a:moveTo>
                  <a:pt x="0" y="257048"/>
                </a:moveTo>
                <a:cubicBezTo>
                  <a:pt x="0" y="115062"/>
                  <a:pt x="115062" y="0"/>
                  <a:pt x="257048" y="0"/>
                </a:cubicBezTo>
                <a:lnTo>
                  <a:pt x="15014575" y="0"/>
                </a:lnTo>
                <a:cubicBezTo>
                  <a:pt x="15156562" y="0"/>
                  <a:pt x="15271623" y="115062"/>
                  <a:pt x="15271623" y="257048"/>
                </a:cubicBezTo>
                <a:lnTo>
                  <a:pt x="15271623" y="385572"/>
                </a:lnTo>
                <a:cubicBezTo>
                  <a:pt x="15271623" y="527558"/>
                  <a:pt x="15156562" y="642620"/>
                  <a:pt x="15014575" y="642620"/>
                </a:cubicBezTo>
                <a:lnTo>
                  <a:pt x="257048" y="642620"/>
                </a:lnTo>
                <a:cubicBezTo>
                  <a:pt x="115062" y="642620"/>
                  <a:pt x="0" y="527558"/>
                  <a:pt x="0" y="385572"/>
                </a:cubicBezTo>
                <a:close/>
              </a:path>
            </a:pathLst>
          </a:custGeom>
          <a:solidFill>
            <a:srgbClr val="FFFFFF"/>
          </a:solidFill>
          <a:ln cap="sq" cmpd="sng" w="15250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hda3870ce27e571c_0_32"/>
          <p:cNvGrpSpPr/>
          <p:nvPr/>
        </p:nvGrpSpPr>
        <p:grpSpPr>
          <a:xfrm>
            <a:off x="3568951" y="9210075"/>
            <a:ext cx="11164050" cy="481050"/>
            <a:chOff x="0" y="-19050"/>
            <a:chExt cx="14885400" cy="641400"/>
          </a:xfrm>
        </p:grpSpPr>
        <p:sp>
          <p:nvSpPr>
            <p:cNvPr id="153" name="Google Shape;153;hda3870ce27e571c_0_32"/>
            <p:cNvSpPr/>
            <p:nvPr/>
          </p:nvSpPr>
          <p:spPr>
            <a:xfrm>
              <a:off x="0" y="0"/>
              <a:ext cx="14885259" cy="622282"/>
            </a:xfrm>
            <a:custGeom>
              <a:rect b="b" l="l" r="r" t="t"/>
              <a:pathLst>
                <a:path extrusionOk="0" h="622282" w="14885259">
                  <a:moveTo>
                    <a:pt x="0" y="0"/>
                  </a:moveTo>
                  <a:lnTo>
                    <a:pt x="14885259" y="0"/>
                  </a:lnTo>
                  <a:lnTo>
                    <a:pt x="14885259" y="622282"/>
                  </a:lnTo>
                  <a:lnTo>
                    <a:pt x="0" y="62228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16070" l="0" r="0" t="-416070"/>
              </a:stretch>
            </a:blipFill>
            <a:ln>
              <a:noFill/>
            </a:ln>
          </p:spPr>
        </p:sp>
        <p:sp>
          <p:nvSpPr>
            <p:cNvPr id="154" name="Google Shape;154;hda3870ce27e571c_0_32"/>
            <p:cNvSpPr txBox="1"/>
            <p:nvPr/>
          </p:nvSpPr>
          <p:spPr>
            <a:xfrm>
              <a:off x="0" y="-19050"/>
              <a:ext cx="148854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•  PULZION’26  •  PICT ACM Student Chapter (PASC)  </a:t>
              </a:r>
              <a:endParaRPr/>
            </a:p>
          </p:txBody>
        </p:sp>
      </p:grpSp>
      <p:grpSp>
        <p:nvGrpSpPr>
          <p:cNvPr id="155" name="Google Shape;155;hda3870ce27e571c_0_32"/>
          <p:cNvGrpSpPr/>
          <p:nvPr/>
        </p:nvGrpSpPr>
        <p:grpSpPr>
          <a:xfrm>
            <a:off x="16235686" y="9642177"/>
            <a:ext cx="1387030" cy="492988"/>
            <a:chOff x="0" y="-19050"/>
            <a:chExt cx="1849374" cy="657317"/>
          </a:xfrm>
        </p:grpSpPr>
        <p:sp>
          <p:nvSpPr>
            <p:cNvPr id="156" name="Google Shape;156;hda3870ce27e571c_0_32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hda3870ce27e571c_0_32"/>
            <p:cNvSpPr txBox="1"/>
            <p:nvPr/>
          </p:nvSpPr>
          <p:spPr>
            <a:xfrm>
              <a:off x="0" y="-19050"/>
              <a:ext cx="1849200" cy="6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1 / 10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162" name="Google Shape;162;p2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63" name="Google Shape;163;p2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164" name="Google Shape;164;p2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165" name="Google Shape;165;p2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166" name="Google Shape;166;p2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167" name="Google Shape;167;p2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168" name="Google Shape;168;p2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169" name="Google Shape;169;p2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9.png" id="170" name="Google Shape;170;p2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</p:sp>
      <p:sp>
        <p:nvSpPr>
          <p:cNvPr id="171" name="Google Shape;171;p2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2"/>
          <p:cNvGrpSpPr/>
          <p:nvPr/>
        </p:nvGrpSpPr>
        <p:grpSpPr>
          <a:xfrm>
            <a:off x="947142" y="835350"/>
            <a:ext cx="15785735" cy="1073522"/>
            <a:chOff x="0" y="-38100"/>
            <a:chExt cx="21047646" cy="1431362"/>
          </a:xfrm>
        </p:grpSpPr>
        <p:sp>
          <p:nvSpPr>
            <p:cNvPr id="173" name="Google Shape;173;p2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174" name="Google Shape;174;p2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Problem Statement &amp; Existing Challenges</a:t>
              </a:r>
              <a:endParaRPr/>
            </a:p>
          </p:txBody>
        </p:sp>
      </p:grpSp>
      <p:sp>
        <p:nvSpPr>
          <p:cNvPr id="175" name="Google Shape;175;p2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176" name="Google Shape;176;p2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177" name="Google Shape;177;p2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178" name="Google Shape;178;p2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179" name="Google Shape;179;p2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180" name="Google Shape;180;p2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181" name="Google Shape;181;p2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182" name="Google Shape;182;p2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2 / 10</a:t>
              </a:r>
              <a:endParaRPr/>
            </a:p>
          </p:txBody>
        </p:sp>
      </p:grpSp>
      <p:sp>
        <p:nvSpPr>
          <p:cNvPr id="184" name="Google Shape;184;p2"/>
          <p:cNvSpPr txBox="1"/>
          <p:nvPr/>
        </p:nvSpPr>
        <p:spPr>
          <a:xfrm>
            <a:off x="741240" y="2032694"/>
            <a:ext cx="11698446" cy="254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 the problem and its real-world context.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the affected users.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 existing challenges and limitations.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 relevant data or supporting evidence, where available.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189" name="Google Shape;189;p3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90" name="Google Shape;190;p3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191" name="Google Shape;191;p3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192" name="Google Shape;192;p3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193" name="Google Shape;193;p3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194" name="Google Shape;194;p3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195" name="Google Shape;195;p3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8.png" id="196" name="Google Shape;196;p3"/>
          <p:cNvSpPr/>
          <p:nvPr/>
        </p:nvSpPr>
        <p:spPr>
          <a:xfrm>
            <a:off x="16952500" y="988324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id="197" name="Google Shape;197;p3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3"/>
          <p:cNvGrpSpPr/>
          <p:nvPr/>
        </p:nvGrpSpPr>
        <p:grpSpPr>
          <a:xfrm>
            <a:off x="981456" y="835350"/>
            <a:ext cx="15785735" cy="1073522"/>
            <a:chOff x="0" y="-38100"/>
            <a:chExt cx="21047646" cy="1431362"/>
          </a:xfrm>
        </p:grpSpPr>
        <p:sp>
          <p:nvSpPr>
            <p:cNvPr id="199" name="Google Shape;199;p3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200" name="Google Shape;200;p3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Proposed Solution</a:t>
              </a:r>
              <a:endParaRPr/>
            </a:p>
          </p:txBody>
        </p:sp>
      </p:grpSp>
      <p:sp>
        <p:nvSpPr>
          <p:cNvPr id="201" name="Google Shape;201;p3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202" name="Google Shape;202;p3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203" name="Google Shape;203;p3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204" name="Google Shape;204;p3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205" name="Google Shape;205;p3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206" name="Google Shape;206;p3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207" name="Google Shape;207;p3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208" name="Google Shape;208;p3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3 / 10</a:t>
              </a:r>
              <a:endParaRPr/>
            </a:p>
          </p:txBody>
        </p:sp>
      </p:grpSp>
      <p:sp>
        <p:nvSpPr>
          <p:cNvPr id="210" name="Google Shape;210;p3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211" name="Google Shape;211;p3"/>
          <p:cNvSpPr txBox="1"/>
          <p:nvPr/>
        </p:nvSpPr>
        <p:spPr>
          <a:xfrm>
            <a:off x="686333" y="2032694"/>
            <a:ext cx="929259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Describe your proposed solution and its purpose.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 key features and capabilities.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 how it addresses the identified problem.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Showcase innovation and uniqueness.</a:t>
            </a:r>
            <a:endParaRPr/>
          </a:p>
          <a:p>
            <a:pPr indent="0" lvl="0" marL="0" marR="0" rtl="0" algn="ctr">
              <a:lnSpc>
                <a:spcPct val="675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216" name="Google Shape;216;p4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17" name="Google Shape;217;p4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218" name="Google Shape;218;p4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219" name="Google Shape;219;p4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220" name="Google Shape;220;p4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221" name="Google Shape;221;p4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222" name="Google Shape;222;p4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9.png" id="223" name="Google Shape;223;p4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</p:sp>
      <p:sp>
        <p:nvSpPr>
          <p:cNvPr id="224" name="Google Shape;224;p4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5" name="Google Shape;225;p4"/>
          <p:cNvGrpSpPr/>
          <p:nvPr/>
        </p:nvGrpSpPr>
        <p:grpSpPr>
          <a:xfrm>
            <a:off x="947142" y="835350"/>
            <a:ext cx="15785735" cy="1073522"/>
            <a:chOff x="0" y="-38100"/>
            <a:chExt cx="21047646" cy="1431362"/>
          </a:xfrm>
        </p:grpSpPr>
        <p:sp>
          <p:nvSpPr>
            <p:cNvPr id="226" name="Google Shape;226;p4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227" name="Google Shape;227;p4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Technical Approach &amp; System Workflow</a:t>
              </a:r>
              <a:endParaRPr/>
            </a:p>
          </p:txBody>
        </p:sp>
      </p:grpSp>
      <p:sp>
        <p:nvSpPr>
          <p:cNvPr id="228" name="Google Shape;228;p4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229" name="Google Shape;229;p4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230" name="Google Shape;230;p4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231" name="Google Shape;231;p4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232" name="Google Shape;232;p4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233" name="Google Shape;233;p4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234" name="Google Shape;234;p4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235" name="Google Shape;235;p4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4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4 / 10</a:t>
              </a:r>
              <a:endParaRPr/>
            </a:p>
          </p:txBody>
        </p:sp>
      </p:grpSp>
      <p:sp>
        <p:nvSpPr>
          <p:cNvPr id="237" name="Google Shape;237;p4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720063" y="1880294"/>
            <a:ext cx="14166850" cy="254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 the main processing steps from input to output.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 important algorithms, processing logic or AI methods, if applicable.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 a workflow diagram or flowchart.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Briefly explain how the solution works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243" name="Google Shape;243;p5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44" name="Google Shape;244;p5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245" name="Google Shape;245;p5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246" name="Google Shape;246;p5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247" name="Google Shape;247;p5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248" name="Google Shape;248;p5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249" name="Google Shape;249;p5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8.png" id="250" name="Google Shape;250;p5"/>
          <p:cNvSpPr/>
          <p:nvPr/>
        </p:nvSpPr>
        <p:spPr>
          <a:xfrm>
            <a:off x="16952500" y="988324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id="251" name="Google Shape;251;p5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" name="Google Shape;252;p5"/>
          <p:cNvGrpSpPr/>
          <p:nvPr/>
        </p:nvGrpSpPr>
        <p:grpSpPr>
          <a:xfrm>
            <a:off x="981456" y="802176"/>
            <a:ext cx="15785735" cy="1073522"/>
            <a:chOff x="0" y="-38100"/>
            <a:chExt cx="21047646" cy="1431362"/>
          </a:xfrm>
        </p:grpSpPr>
        <p:sp>
          <p:nvSpPr>
            <p:cNvPr id="253" name="Google Shape;253;p5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254" name="Google Shape;254;p5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System Architecture</a:t>
              </a:r>
              <a:endParaRPr/>
            </a:p>
          </p:txBody>
        </p:sp>
      </p:grpSp>
      <p:sp>
        <p:nvSpPr>
          <p:cNvPr id="255" name="Google Shape;255;p5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256" name="Google Shape;256;p5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257" name="Google Shape;257;p5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258" name="Google Shape;258;p5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259" name="Google Shape;259;p5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260" name="Google Shape;260;p5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261" name="Google Shape;261;p5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262" name="Google Shape;262;p5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5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5 / 10</a:t>
              </a:r>
              <a:endParaRPr/>
            </a:p>
          </p:txBody>
        </p:sp>
      </p:grpSp>
      <p:sp>
        <p:nvSpPr>
          <p:cNvPr id="264" name="Google Shape;264;p5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265" name="Google Shape;265;p5"/>
          <p:cNvSpPr txBox="1"/>
          <p:nvPr/>
        </p:nvSpPr>
        <p:spPr>
          <a:xfrm>
            <a:off x="741240" y="1923320"/>
            <a:ext cx="13983970" cy="254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 a system architecture or component diagram.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 the main components and their interactions.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Illustrate data flow between components.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 frontend, backend, APIs, databases or AI services, where applicable.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270" name="Google Shape;270;p6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71" name="Google Shape;271;p6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272" name="Google Shape;272;p6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273" name="Google Shape;273;p6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274" name="Google Shape;274;p6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275" name="Google Shape;275;p6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276" name="Google Shape;276;p6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9.png" id="277" name="Google Shape;277;p6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</p:sp>
      <p:sp>
        <p:nvSpPr>
          <p:cNvPr id="278" name="Google Shape;278;p6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6"/>
          <p:cNvGrpSpPr/>
          <p:nvPr/>
        </p:nvGrpSpPr>
        <p:grpSpPr>
          <a:xfrm>
            <a:off x="947142" y="835350"/>
            <a:ext cx="15785735" cy="1073522"/>
            <a:chOff x="0" y="-38100"/>
            <a:chExt cx="21047646" cy="1431362"/>
          </a:xfrm>
        </p:grpSpPr>
        <p:sp>
          <p:nvSpPr>
            <p:cNvPr id="280" name="Google Shape;280;p6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281" name="Google Shape;281;p6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Technology Stack &amp; Implementation</a:t>
              </a:r>
              <a:endParaRPr/>
            </a:p>
          </p:txBody>
        </p:sp>
      </p:grpSp>
      <p:sp>
        <p:nvSpPr>
          <p:cNvPr id="282" name="Google Shape;282;p6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283" name="Google Shape;283;p6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284" name="Google Shape;284;p6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285" name="Google Shape;285;p6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286" name="Google Shape;286;p6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287" name="Google Shape;287;p6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288" name="Google Shape;288;p6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289" name="Google Shape;289;p6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6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6 / 10</a:t>
              </a:r>
              <a:endParaRPr/>
            </a:p>
          </p:txBody>
        </p:sp>
      </p:grpSp>
      <p:sp>
        <p:nvSpPr>
          <p:cNvPr id="291" name="Google Shape;291;p6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292" name="Google Shape;292;p6"/>
          <p:cNvSpPr txBox="1"/>
          <p:nvPr/>
        </p:nvSpPr>
        <p:spPr>
          <a:xfrm>
            <a:off x="686333" y="1908869"/>
            <a:ext cx="15897702" cy="254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List the technologies, frameworks, libraries and tools used.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 the purpose of key technologies.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 important algorithms, database design or model integration, where relevant.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Mention testing, security and deployment decisions, where applicable.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297" name="Google Shape;297;p7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98" name="Google Shape;298;p7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299" name="Google Shape;299;p7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300" name="Google Shape;300;p7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301" name="Google Shape;301;p7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302" name="Google Shape;302;p7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303" name="Google Shape;303;p7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8.png" id="304" name="Google Shape;304;p7"/>
          <p:cNvSpPr/>
          <p:nvPr/>
        </p:nvSpPr>
        <p:spPr>
          <a:xfrm>
            <a:off x="16952500" y="988324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id="305" name="Google Shape;305;p7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6" name="Google Shape;306;p7"/>
          <p:cNvGrpSpPr/>
          <p:nvPr/>
        </p:nvGrpSpPr>
        <p:grpSpPr>
          <a:xfrm>
            <a:off x="981456" y="835350"/>
            <a:ext cx="15785735" cy="1073522"/>
            <a:chOff x="0" y="-38100"/>
            <a:chExt cx="21047646" cy="1431362"/>
          </a:xfrm>
        </p:grpSpPr>
        <p:sp>
          <p:nvSpPr>
            <p:cNvPr id="307" name="Google Shape;307;p7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308" name="Google Shape;308;p7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Prototype &amp; Key Features</a:t>
              </a:r>
              <a:endParaRPr/>
            </a:p>
          </p:txBody>
        </p:sp>
      </p:grpSp>
      <p:sp>
        <p:nvSpPr>
          <p:cNvPr id="309" name="Google Shape;309;p7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310" name="Google Shape;310;p7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311" name="Google Shape;311;p7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312" name="Google Shape;312;p7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313" name="Google Shape;313;p7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314" name="Google Shape;314;p7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315" name="Google Shape;315;p7"/>
          <p:cNvGrpSpPr/>
          <p:nvPr/>
        </p:nvGrpSpPr>
        <p:grpSpPr>
          <a:xfrm>
            <a:off x="16235686" y="9642176"/>
            <a:ext cx="1387030" cy="492988"/>
            <a:chOff x="0" y="-19050"/>
            <a:chExt cx="1849374" cy="657317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7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7 / 10</a:t>
              </a:r>
              <a:endParaRPr/>
            </a:p>
          </p:txBody>
        </p:sp>
      </p:grpSp>
      <p:sp>
        <p:nvSpPr>
          <p:cNvPr id="318" name="Google Shape;318;p7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319" name="Google Shape;319;p7"/>
          <p:cNvSpPr txBox="1"/>
          <p:nvPr/>
        </p:nvSpPr>
        <p:spPr>
          <a:xfrm>
            <a:off x="741240" y="1880294"/>
            <a:ext cx="12100401" cy="254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Include genuine screenshots of your working prototype.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Demonstrate key implemented features and actual outputs.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Provide a working demo link or QR code, if available.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Clearly distinguish implemented features from planned features.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324" name="Google Shape;324;p8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325" name="Google Shape;325;p8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326" name="Google Shape;326;p8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327" name="Google Shape;327;p8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328" name="Google Shape;328;p8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329" name="Google Shape;329;p8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330" name="Google Shape;330;p8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9.png" id="331" name="Google Shape;331;p8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</p:sp>
      <p:sp>
        <p:nvSpPr>
          <p:cNvPr id="332" name="Google Shape;332;p8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3" name="Google Shape;333;p8"/>
          <p:cNvGrpSpPr/>
          <p:nvPr/>
        </p:nvGrpSpPr>
        <p:grpSpPr>
          <a:xfrm>
            <a:off x="878510" y="845978"/>
            <a:ext cx="15785735" cy="1073522"/>
            <a:chOff x="0" y="-38100"/>
            <a:chExt cx="21047646" cy="1431362"/>
          </a:xfrm>
        </p:grpSpPr>
        <p:sp>
          <p:nvSpPr>
            <p:cNvPr id="334" name="Google Shape;334;p8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335" name="Google Shape;335;p8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Feasibility, Impact &amp; Benefits</a:t>
              </a:r>
              <a:endParaRPr/>
            </a:p>
          </p:txBody>
        </p:sp>
      </p:grpSp>
      <p:sp>
        <p:nvSpPr>
          <p:cNvPr id="336" name="Google Shape;336;p8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337" name="Google Shape;337;p8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338" name="Google Shape;338;p8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339" name="Google Shape;339;p8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340" name="Google Shape;340;p8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341" name="Google Shape;341;p8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342" name="Google Shape;342;p8"/>
          <p:cNvGrpSpPr/>
          <p:nvPr/>
        </p:nvGrpSpPr>
        <p:grpSpPr>
          <a:xfrm>
            <a:off x="16259289" y="9667874"/>
            <a:ext cx="1387030" cy="492988"/>
            <a:chOff x="0" y="-19050"/>
            <a:chExt cx="1849374" cy="657317"/>
          </a:xfrm>
        </p:grpSpPr>
        <p:sp>
          <p:nvSpPr>
            <p:cNvPr id="343" name="Google Shape;343;p8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8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8 / 10</a:t>
              </a:r>
              <a:endParaRPr/>
            </a:p>
          </p:txBody>
        </p:sp>
      </p:grpSp>
      <p:sp>
        <p:nvSpPr>
          <p:cNvPr id="345" name="Google Shape;345;p8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sp>
        <p:nvSpPr>
          <p:cNvPr id="346" name="Google Shape;346;p8"/>
          <p:cNvSpPr txBox="1"/>
          <p:nvPr/>
        </p:nvSpPr>
        <p:spPr>
          <a:xfrm>
            <a:off x="741240" y="1967122"/>
            <a:ext cx="13006070" cy="254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Instructions: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 the technical and operational feasibility of your solution.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Highlight potential challenges, risks and mitigation strategies.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Identify target users and expected benefits.</a:t>
            </a:r>
            <a:endParaRPr/>
          </a:p>
          <a:p>
            <a:pPr indent="-302260" lvl="1" marL="604519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Char char="•"/>
            </a:pPr>
            <a:r>
              <a:rPr b="0" i="0" lang="en-US" sz="2799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Describe the potential impact, using genuine metrics where available.</a:t>
            </a:r>
            <a:endParaRPr/>
          </a:p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351" name="Google Shape;351;p9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352" name="Google Shape;352;p9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353" name="Google Shape;353;p9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354" name="Google Shape;354;p9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355" name="Google Shape;355;p9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356" name="Google Shape;356;p9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357" name="Google Shape;357;p9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9.png" id="358" name="Google Shape;358;p9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</p:sp>
      <p:sp>
        <p:nvSpPr>
          <p:cNvPr id="359" name="Google Shape;359;p9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0" name="Google Shape;360;p9"/>
          <p:cNvGrpSpPr/>
          <p:nvPr/>
        </p:nvGrpSpPr>
        <p:grpSpPr>
          <a:xfrm>
            <a:off x="947142" y="835350"/>
            <a:ext cx="15785735" cy="1073522"/>
            <a:chOff x="0" y="-38100"/>
            <a:chExt cx="21047646" cy="1431362"/>
          </a:xfrm>
        </p:grpSpPr>
        <p:sp>
          <p:nvSpPr>
            <p:cNvPr id="361" name="Google Shape;361;p9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362" name="Google Shape;362;p9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Extra Slide (If Required)</a:t>
              </a:r>
              <a:endParaRPr/>
            </a:p>
          </p:txBody>
        </p:sp>
      </p:grpSp>
      <p:sp>
        <p:nvSpPr>
          <p:cNvPr id="363" name="Google Shape;363;p9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364" name="Google Shape;364;p9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365" name="Google Shape;365;p9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366" name="Google Shape;366;p9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367" name="Google Shape;367;p9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368" name="Google Shape;368;p9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369" name="Google Shape;369;p9"/>
          <p:cNvGrpSpPr/>
          <p:nvPr/>
        </p:nvGrpSpPr>
        <p:grpSpPr>
          <a:xfrm>
            <a:off x="16259289" y="9667874"/>
            <a:ext cx="1387030" cy="492988"/>
            <a:chOff x="0" y="-19050"/>
            <a:chExt cx="1849374" cy="657317"/>
          </a:xfrm>
        </p:grpSpPr>
        <p:sp>
          <p:nvSpPr>
            <p:cNvPr id="370" name="Google Shape;370;p9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9"/>
            <p:cNvSpPr txBox="1"/>
            <p:nvPr/>
          </p:nvSpPr>
          <p:spPr>
            <a:xfrm>
              <a:off x="0" y="-19050"/>
              <a:ext cx="1849298" cy="6572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9/ 10</a:t>
              </a:r>
              <a:endParaRPr/>
            </a:p>
          </p:txBody>
        </p:sp>
      </p:grpSp>
      <p:sp>
        <p:nvSpPr>
          <p:cNvPr id="372" name="Google Shape;372;p9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hda3870ce27e571c_0_0"/>
          <p:cNvSpPr/>
          <p:nvPr/>
        </p:nvSpPr>
        <p:spPr>
          <a:xfrm>
            <a:off x="516760" y="668003"/>
            <a:ext cx="17270605" cy="1115401"/>
          </a:xfrm>
          <a:custGeom>
            <a:rect b="b" l="l" r="r" t="t"/>
            <a:pathLst>
              <a:path extrusionOk="0" h="1487201" w="23027473">
                <a:moveTo>
                  <a:pt x="261427" y="0"/>
                </a:moveTo>
                <a:lnTo>
                  <a:pt x="22766046" y="0"/>
                </a:lnTo>
                <a:cubicBezTo>
                  <a:pt x="22910428" y="0"/>
                  <a:pt x="23027473" y="117045"/>
                  <a:pt x="23027473" y="261427"/>
                </a:cubicBezTo>
                <a:lnTo>
                  <a:pt x="23027473" y="1225774"/>
                </a:lnTo>
                <a:cubicBezTo>
                  <a:pt x="23027473" y="1370156"/>
                  <a:pt x="22910428" y="1487201"/>
                  <a:pt x="22766046" y="1487201"/>
                </a:cubicBezTo>
                <a:lnTo>
                  <a:pt x="261427" y="1487201"/>
                </a:lnTo>
                <a:cubicBezTo>
                  <a:pt x="117045" y="1487201"/>
                  <a:pt x="0" y="1370156"/>
                  <a:pt x="0" y="1225774"/>
                </a:cubicBezTo>
                <a:lnTo>
                  <a:pt x="0" y="261427"/>
                </a:lnTo>
                <a:cubicBezTo>
                  <a:pt x="0" y="117045"/>
                  <a:pt x="117045" y="0"/>
                  <a:pt x="261427" y="0"/>
                </a:cubicBezTo>
                <a:close/>
              </a:path>
            </a:pathLst>
          </a:custGeom>
          <a:solidFill>
            <a:srgbClr val="EAF7FC"/>
          </a:solidFill>
          <a:ln cap="rnd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hda3870ce27e571c_0_0"/>
          <p:cNvSpPr/>
          <p:nvPr/>
        </p:nvSpPr>
        <p:spPr>
          <a:xfrm>
            <a:off x="11814581" y="817140"/>
            <a:ext cx="5800916" cy="823341"/>
          </a:xfrm>
          <a:custGeom>
            <a:rect b="b" l="l" r="r" t="t"/>
            <a:pathLst>
              <a:path extrusionOk="0" h="1097788" w="7734554">
                <a:moveTo>
                  <a:pt x="0" y="274447"/>
                </a:moveTo>
                <a:cubicBezTo>
                  <a:pt x="0" y="122934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22934"/>
                  <a:pt x="7734554" y="274447"/>
                </a:cubicBezTo>
                <a:lnTo>
                  <a:pt x="7734554" y="823341"/>
                </a:lnTo>
                <a:cubicBezTo>
                  <a:pt x="7734554" y="974854"/>
                  <a:pt x="7625842" y="1097788"/>
                  <a:pt x="7491857" y="1097788"/>
                </a:cubicBezTo>
                <a:lnTo>
                  <a:pt x="242697" y="1097788"/>
                </a:lnTo>
                <a:cubicBezTo>
                  <a:pt x="108712" y="1097788"/>
                  <a:pt x="0" y="974854"/>
                  <a:pt x="0" y="82334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383" name="Google Shape;383;hda3870ce27e571c_0_0"/>
          <p:cNvSpPr/>
          <p:nvPr/>
        </p:nvSpPr>
        <p:spPr>
          <a:xfrm>
            <a:off x="12058657" y="973679"/>
            <a:ext cx="576548" cy="576548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4.png" id="384" name="Google Shape;384;hda3870ce27e571c_0_0"/>
          <p:cNvSpPr/>
          <p:nvPr/>
        </p:nvSpPr>
        <p:spPr>
          <a:xfrm>
            <a:off x="12755147" y="973679"/>
            <a:ext cx="960882" cy="576548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13.png" id="385" name="Google Shape;385;hda3870ce27e571c_0_0"/>
          <p:cNvSpPr/>
          <p:nvPr/>
        </p:nvSpPr>
        <p:spPr>
          <a:xfrm>
            <a:off x="13906519" y="940551"/>
            <a:ext cx="2017871" cy="576548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5.png" id="386" name="Google Shape;386;hda3870ce27e571c_0_0"/>
          <p:cNvSpPr/>
          <p:nvPr/>
        </p:nvSpPr>
        <p:spPr>
          <a:xfrm>
            <a:off x="16114852" y="940551"/>
            <a:ext cx="1325404" cy="576548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7" name="Google Shape;387;hda3870ce27e571c_0_0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388" name="Google Shape;388;hda3870ce27e571c_0_0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nput_file_8.png" id="389" name="Google Shape;389;hda3870ce27e571c_0_0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10" l="0" r="10" t="0"/>
            </a:stretch>
          </a:blipFill>
          <a:ln>
            <a:noFill/>
          </a:ln>
        </p:spPr>
      </p:sp>
      <p:grpSp>
        <p:nvGrpSpPr>
          <p:cNvPr id="390" name="Google Shape;390;hda3870ce27e571c_0_0"/>
          <p:cNvGrpSpPr/>
          <p:nvPr/>
        </p:nvGrpSpPr>
        <p:grpSpPr>
          <a:xfrm>
            <a:off x="1262863" y="9649330"/>
            <a:ext cx="8510625" cy="453600"/>
            <a:chOff x="0" y="-19050"/>
            <a:chExt cx="11347500" cy="604800"/>
          </a:xfrm>
        </p:grpSpPr>
        <p:sp>
          <p:nvSpPr>
            <p:cNvPr id="391" name="Google Shape;391;hda3870ce27e571c_0_0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10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392" name="Google Shape;392;hda3870ce27e571c_0_0"/>
            <p:cNvSpPr txBox="1"/>
            <p:nvPr/>
          </p:nvSpPr>
          <p:spPr>
            <a:xfrm>
              <a:off x="0" y="-19050"/>
              <a:ext cx="11347500" cy="6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grpSp>
        <p:nvGrpSpPr>
          <p:cNvPr id="393" name="Google Shape;393;hda3870ce27e571c_0_0"/>
          <p:cNvGrpSpPr/>
          <p:nvPr/>
        </p:nvGrpSpPr>
        <p:grpSpPr>
          <a:xfrm>
            <a:off x="16235686" y="9642177"/>
            <a:ext cx="1387030" cy="492988"/>
            <a:chOff x="0" y="-19050"/>
            <a:chExt cx="1849374" cy="657317"/>
          </a:xfrm>
        </p:grpSpPr>
        <p:sp>
          <p:nvSpPr>
            <p:cNvPr id="394" name="Google Shape;394;hda3870ce27e571c_0_0"/>
            <p:cNvSpPr/>
            <p:nvPr/>
          </p:nvSpPr>
          <p:spPr>
            <a:xfrm>
              <a:off x="0" y="0"/>
              <a:ext cx="1849374" cy="638267"/>
            </a:xfrm>
            <a:custGeom>
              <a:rect b="b" l="l" r="r" t="t"/>
              <a:pathLst>
                <a:path extrusionOk="0" h="638267" w="1849374">
                  <a:moveTo>
                    <a:pt x="0" y="191534"/>
                  </a:moveTo>
                  <a:cubicBezTo>
                    <a:pt x="0" y="85782"/>
                    <a:pt x="81280" y="0"/>
                    <a:pt x="181483" y="0"/>
                  </a:cubicBezTo>
                  <a:lnTo>
                    <a:pt x="1667891" y="0"/>
                  </a:lnTo>
                  <a:cubicBezTo>
                    <a:pt x="1768094" y="0"/>
                    <a:pt x="1849374" y="85782"/>
                    <a:pt x="1849374" y="191534"/>
                  </a:cubicBezTo>
                  <a:lnTo>
                    <a:pt x="1849374" y="446735"/>
                  </a:lnTo>
                  <a:cubicBezTo>
                    <a:pt x="1849374" y="552487"/>
                    <a:pt x="1768094" y="638267"/>
                    <a:pt x="1667891" y="638267"/>
                  </a:cubicBezTo>
                  <a:lnTo>
                    <a:pt x="181483" y="638267"/>
                  </a:lnTo>
                  <a:cubicBezTo>
                    <a:pt x="81280" y="638267"/>
                    <a:pt x="0" y="552487"/>
                    <a:pt x="0" y="446735"/>
                  </a:cubicBezTo>
                  <a:close/>
                </a:path>
              </a:pathLst>
            </a:custGeom>
            <a:solidFill>
              <a:srgbClr val="EAF7FC"/>
            </a:solidFill>
            <a:ln cap="sq" cmpd="sng" w="14275">
              <a:solidFill>
                <a:srgbClr val="0C94CC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hda3870ce27e571c_0_0"/>
            <p:cNvSpPr txBox="1"/>
            <p:nvPr/>
          </p:nvSpPr>
          <p:spPr>
            <a:xfrm>
              <a:off x="0" y="-19050"/>
              <a:ext cx="1849200" cy="6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Slide 10 / 10</a:t>
              </a:r>
              <a:endParaRPr/>
            </a:p>
          </p:txBody>
        </p:sp>
      </p:grpSp>
      <p:grpSp>
        <p:nvGrpSpPr>
          <p:cNvPr id="396" name="Google Shape;396;hda3870ce27e571c_0_0"/>
          <p:cNvGrpSpPr/>
          <p:nvPr/>
        </p:nvGrpSpPr>
        <p:grpSpPr>
          <a:xfrm>
            <a:off x="3276567" y="3012267"/>
            <a:ext cx="11438550" cy="2457900"/>
            <a:chOff x="0" y="-95250"/>
            <a:chExt cx="15251400" cy="3277200"/>
          </a:xfrm>
        </p:grpSpPr>
        <p:sp>
          <p:nvSpPr>
            <p:cNvPr id="397" name="Google Shape;397;hda3870ce27e571c_0_0"/>
            <p:cNvSpPr/>
            <p:nvPr/>
          </p:nvSpPr>
          <p:spPr>
            <a:xfrm>
              <a:off x="0" y="0"/>
              <a:ext cx="15251305" cy="3181811"/>
            </a:xfrm>
            <a:custGeom>
              <a:rect b="b" l="l" r="r" t="t"/>
              <a:pathLst>
                <a:path extrusionOk="0" h="3181811" w="15251305">
                  <a:moveTo>
                    <a:pt x="0" y="0"/>
                  </a:moveTo>
                  <a:lnTo>
                    <a:pt x="15251305" y="0"/>
                  </a:lnTo>
                  <a:lnTo>
                    <a:pt x="15251305" y="3181811"/>
                  </a:lnTo>
                  <a:lnTo>
                    <a:pt x="0" y="3181811"/>
                  </a:lnTo>
                  <a:close/>
                </a:path>
              </a:pathLst>
            </a:custGeom>
            <a:blipFill rotWithShape="1">
              <a:blip r:embed="rId10">
                <a:alphaModFix amt="0"/>
              </a:blip>
              <a:stretch>
                <a:fillRect b="-10070" l="0" r="0" t="-76720"/>
              </a:stretch>
            </a:blipFill>
            <a:ln>
              <a:noFill/>
            </a:ln>
          </p:spPr>
        </p:sp>
        <p:sp>
          <p:nvSpPr>
            <p:cNvPr id="398" name="Google Shape;398;hda3870ce27e571c_0_0"/>
            <p:cNvSpPr txBox="1"/>
            <p:nvPr/>
          </p:nvSpPr>
          <p:spPr>
            <a:xfrm>
              <a:off x="0" y="-95250"/>
              <a:ext cx="15251400" cy="3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600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THANK YOU!</a:t>
              </a:r>
              <a:endParaRPr/>
            </a:p>
          </p:txBody>
        </p:sp>
      </p:grpSp>
      <p:grpSp>
        <p:nvGrpSpPr>
          <p:cNvPr id="399" name="Google Shape;399;hda3870ce27e571c_0_0"/>
          <p:cNvGrpSpPr/>
          <p:nvPr/>
        </p:nvGrpSpPr>
        <p:grpSpPr>
          <a:xfrm>
            <a:off x="2832460" y="6321474"/>
            <a:ext cx="13282444" cy="893282"/>
            <a:chOff x="0" y="-28575"/>
            <a:chExt cx="15251400" cy="1025700"/>
          </a:xfrm>
        </p:grpSpPr>
        <p:sp>
          <p:nvSpPr>
            <p:cNvPr id="400" name="Google Shape;400;hda3870ce27e571c_0_0"/>
            <p:cNvSpPr/>
            <p:nvPr/>
          </p:nvSpPr>
          <p:spPr>
            <a:xfrm>
              <a:off x="0" y="0"/>
              <a:ext cx="15251305" cy="996999"/>
            </a:xfrm>
            <a:custGeom>
              <a:rect b="b" l="l" r="r" t="t"/>
              <a:pathLst>
                <a:path extrusionOk="0" h="996999" w="15251305">
                  <a:moveTo>
                    <a:pt x="0" y="0"/>
                  </a:moveTo>
                  <a:lnTo>
                    <a:pt x="15251305" y="0"/>
                  </a:lnTo>
                  <a:lnTo>
                    <a:pt x="15251305" y="996999"/>
                  </a:lnTo>
                  <a:lnTo>
                    <a:pt x="0" y="996999"/>
                  </a:lnTo>
                  <a:close/>
                </a:path>
              </a:pathLst>
            </a:custGeom>
            <a:blipFill rotWithShape="1">
              <a:blip r:embed="rId10">
                <a:alphaModFix amt="0"/>
              </a:blip>
              <a:stretch>
                <a:fillRect b="-234778" l="0" r="0" t="-261347"/>
              </a:stretch>
            </a:blipFill>
            <a:ln>
              <a:noFill/>
            </a:ln>
          </p:spPr>
        </p:sp>
        <p:sp>
          <p:nvSpPr>
            <p:cNvPr id="401" name="Google Shape;401;hda3870ce27e571c_0_0"/>
            <p:cNvSpPr txBox="1"/>
            <p:nvPr/>
          </p:nvSpPr>
          <p:spPr>
            <a:xfrm>
              <a:off x="0" y="-28575"/>
              <a:ext cx="15251400" cy="10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2" u="none" cap="none" strike="noStrike">
                  <a:solidFill>
                    <a:srgbClr val="0C94CC"/>
                  </a:solidFill>
                  <a:latin typeface="Poppins"/>
                  <a:ea typeface="Poppins"/>
                  <a:cs typeface="Poppins"/>
                  <a:sym typeface="Poppins"/>
                </a:rPr>
                <a:t>Questions &amp; Discussion</a:t>
              </a:r>
              <a:endParaRPr/>
            </a:p>
          </p:txBody>
        </p:sp>
      </p:grpSp>
      <p:sp>
        <p:nvSpPr>
          <p:cNvPr descr="input_file_10.png" id="402" name="Google Shape;402;hda3870ce27e571c_0_0"/>
          <p:cNvSpPr/>
          <p:nvPr/>
        </p:nvSpPr>
        <p:spPr>
          <a:xfrm>
            <a:off x="5490696" y="8095231"/>
            <a:ext cx="7686961" cy="1163098"/>
          </a:xfrm>
          <a:custGeom>
            <a:rect b="b" l="l" r="r" t="t"/>
            <a:pathLst>
              <a:path extrusionOk="0" h="1550797" w="10249281">
                <a:moveTo>
                  <a:pt x="0" y="0"/>
                </a:moveTo>
                <a:lnTo>
                  <a:pt x="10249281" y="0"/>
                </a:lnTo>
                <a:lnTo>
                  <a:pt x="10249281" y="1550797"/>
                </a:lnTo>
                <a:lnTo>
                  <a:pt x="0" y="1550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3" name="Google Shape;403;hda3870ce27e571c_0_0"/>
          <p:cNvSpPr txBox="1"/>
          <p:nvPr/>
        </p:nvSpPr>
        <p:spPr>
          <a:xfrm>
            <a:off x="904070" y="964154"/>
            <a:ext cx="9883200" cy="5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nput_file_7.png" id="408" name="Google Shape;408;p11"/>
          <p:cNvSpPr/>
          <p:nvPr/>
        </p:nvSpPr>
        <p:spPr>
          <a:xfrm>
            <a:off x="14618960" y="1125588"/>
            <a:ext cx="2951226" cy="1311688"/>
          </a:xfrm>
          <a:custGeom>
            <a:rect b="b" l="l" r="r" t="t"/>
            <a:pathLst>
              <a:path extrusionOk="0" h="1748917" w="3934968">
                <a:moveTo>
                  <a:pt x="0" y="0"/>
                </a:moveTo>
                <a:lnTo>
                  <a:pt x="3934968" y="0"/>
                </a:lnTo>
                <a:lnTo>
                  <a:pt x="3934968" y="1748917"/>
                </a:lnTo>
                <a:lnTo>
                  <a:pt x="0" y="1748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409" name="Google Shape;409;p11"/>
          <p:cNvSpPr/>
          <p:nvPr/>
        </p:nvSpPr>
        <p:spPr>
          <a:xfrm>
            <a:off x="11986450" y="102660"/>
            <a:ext cx="5800915" cy="728091"/>
          </a:xfrm>
          <a:custGeom>
            <a:rect b="b" l="l" r="r" t="t"/>
            <a:pathLst>
              <a:path extrusionOk="0" h="970788" w="7734554">
                <a:moveTo>
                  <a:pt x="0" y="242697"/>
                </a:moveTo>
                <a:cubicBezTo>
                  <a:pt x="0" y="108712"/>
                  <a:pt x="108712" y="0"/>
                  <a:pt x="242697" y="0"/>
                </a:cubicBezTo>
                <a:lnTo>
                  <a:pt x="7491857" y="0"/>
                </a:lnTo>
                <a:cubicBezTo>
                  <a:pt x="7625842" y="0"/>
                  <a:pt x="7734554" y="108712"/>
                  <a:pt x="7734554" y="242697"/>
                </a:cubicBezTo>
                <a:lnTo>
                  <a:pt x="7734554" y="728091"/>
                </a:lnTo>
                <a:cubicBezTo>
                  <a:pt x="7734554" y="862076"/>
                  <a:pt x="7625842" y="970788"/>
                  <a:pt x="7491857" y="970788"/>
                </a:cubicBezTo>
                <a:lnTo>
                  <a:pt x="242697" y="970788"/>
                </a:lnTo>
                <a:cubicBezTo>
                  <a:pt x="108712" y="970788"/>
                  <a:pt x="0" y="862076"/>
                  <a:pt x="0" y="728091"/>
                </a:cubicBezTo>
                <a:close/>
              </a:path>
            </a:pathLst>
          </a:custGeom>
          <a:solidFill>
            <a:srgbClr val="FFFFFF"/>
          </a:solidFill>
          <a:ln cap="sq" cmpd="sng" w="14275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input_file_2.png" id="410" name="Google Shape;410;p11"/>
          <p:cNvSpPr/>
          <p:nvPr/>
        </p:nvSpPr>
        <p:spPr>
          <a:xfrm>
            <a:off x="12158320" y="178451"/>
            <a:ext cx="576549" cy="576549"/>
          </a:xfrm>
          <a:custGeom>
            <a:rect b="b" l="l" r="r" t="t"/>
            <a:pathLst>
              <a:path extrusionOk="0" h="768731" w="768731">
                <a:moveTo>
                  <a:pt x="0" y="0"/>
                </a:moveTo>
                <a:lnTo>
                  <a:pt x="768731" y="0"/>
                </a:lnTo>
                <a:lnTo>
                  <a:pt x="768731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4" t="0"/>
            </a:stretch>
          </a:blipFill>
          <a:ln>
            <a:noFill/>
          </a:ln>
        </p:spPr>
      </p:sp>
      <p:sp>
        <p:nvSpPr>
          <p:cNvPr descr="input_file_4.png" id="411" name="Google Shape;411;p11"/>
          <p:cNvSpPr/>
          <p:nvPr/>
        </p:nvSpPr>
        <p:spPr>
          <a:xfrm>
            <a:off x="12927016" y="178451"/>
            <a:ext cx="960882" cy="576549"/>
          </a:xfrm>
          <a:custGeom>
            <a:rect b="b" l="l" r="r" t="t"/>
            <a:pathLst>
              <a:path extrusionOk="0" h="768731" w="1281176">
                <a:moveTo>
                  <a:pt x="0" y="0"/>
                </a:moveTo>
                <a:lnTo>
                  <a:pt x="1281176" y="0"/>
                </a:lnTo>
                <a:lnTo>
                  <a:pt x="1281176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descr="input_file_13.png" id="412" name="Google Shape;412;p11"/>
          <p:cNvSpPr/>
          <p:nvPr/>
        </p:nvSpPr>
        <p:spPr>
          <a:xfrm>
            <a:off x="14080074" y="178451"/>
            <a:ext cx="2017871" cy="576549"/>
          </a:xfrm>
          <a:custGeom>
            <a:rect b="b" l="l" r="r" t="t"/>
            <a:pathLst>
              <a:path extrusionOk="0" h="768731" w="2690495">
                <a:moveTo>
                  <a:pt x="0" y="0"/>
                </a:moveTo>
                <a:lnTo>
                  <a:pt x="2690495" y="0"/>
                </a:lnTo>
                <a:lnTo>
                  <a:pt x="269049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sp>
        <p:nvSpPr>
          <p:cNvPr descr="input_file_5.png" id="413" name="Google Shape;413;p11"/>
          <p:cNvSpPr/>
          <p:nvPr/>
        </p:nvSpPr>
        <p:spPr>
          <a:xfrm>
            <a:off x="16290074" y="178451"/>
            <a:ext cx="1325404" cy="576549"/>
          </a:xfrm>
          <a:custGeom>
            <a:rect b="b" l="l" r="r" t="t"/>
            <a:pathLst>
              <a:path extrusionOk="0" h="768731" w="1767205">
                <a:moveTo>
                  <a:pt x="0" y="0"/>
                </a:moveTo>
                <a:lnTo>
                  <a:pt x="1767205" y="0"/>
                </a:lnTo>
                <a:lnTo>
                  <a:pt x="1767205" y="768731"/>
                </a:lnTo>
                <a:lnTo>
                  <a:pt x="0" y="7687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4" l="0" r="0" t="0"/>
            </a:stretch>
          </a:blipFill>
          <a:ln>
            <a:noFill/>
          </a:ln>
        </p:spPr>
      </p:sp>
      <p:sp>
        <p:nvSpPr>
          <p:cNvPr id="414" name="Google Shape;414;p11"/>
          <p:cNvSpPr/>
          <p:nvPr/>
        </p:nvSpPr>
        <p:spPr>
          <a:xfrm>
            <a:off x="686333" y="905961"/>
            <a:ext cx="16929163" cy="38481"/>
          </a:xfrm>
          <a:custGeom>
            <a:rect b="b" l="l" r="r" t="t"/>
            <a:pathLst>
              <a:path extrusionOk="0" h="51308" w="22572218">
                <a:moveTo>
                  <a:pt x="0" y="0"/>
                </a:moveTo>
                <a:lnTo>
                  <a:pt x="22572218" y="0"/>
                </a:lnTo>
                <a:lnTo>
                  <a:pt x="22572218" y="51308"/>
                </a:lnTo>
                <a:lnTo>
                  <a:pt x="0" y="51308"/>
                </a:lnTo>
                <a:close/>
              </a:path>
            </a:pathLst>
          </a:custGeom>
          <a:solidFill>
            <a:srgbClr val="0C94CC"/>
          </a:solidFill>
          <a:ln>
            <a:noFill/>
          </a:ln>
        </p:spPr>
      </p:sp>
      <p:sp>
        <p:nvSpPr>
          <p:cNvPr descr="input_file_9.png" id="415" name="Google Shape;415;p11"/>
          <p:cNvSpPr/>
          <p:nvPr/>
        </p:nvSpPr>
        <p:spPr>
          <a:xfrm>
            <a:off x="16883872" y="988324"/>
            <a:ext cx="713804" cy="535305"/>
          </a:xfrm>
          <a:custGeom>
            <a:rect b="b" l="l" r="r" t="t"/>
            <a:pathLst>
              <a:path extrusionOk="0" h="713740" w="951738">
                <a:moveTo>
                  <a:pt x="0" y="0"/>
                </a:moveTo>
                <a:lnTo>
                  <a:pt x="951738" y="0"/>
                </a:lnTo>
                <a:lnTo>
                  <a:pt x="951738" y="713740"/>
                </a:lnTo>
                <a:lnTo>
                  <a:pt x="0" y="7137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" l="0" r="1" t="0"/>
            </a:stretch>
          </a:blipFill>
          <a:ln>
            <a:noFill/>
          </a:ln>
        </p:spPr>
      </p:sp>
      <p:sp>
        <p:nvSpPr>
          <p:cNvPr id="416" name="Google Shape;416;p11"/>
          <p:cNvSpPr/>
          <p:nvPr/>
        </p:nvSpPr>
        <p:spPr>
          <a:xfrm>
            <a:off x="686333" y="1098137"/>
            <a:ext cx="109824" cy="576549"/>
          </a:xfrm>
          <a:custGeom>
            <a:rect b="b" l="l" r="r" t="t"/>
            <a:pathLst>
              <a:path extrusionOk="0" h="768731" w="146431">
                <a:moveTo>
                  <a:pt x="0" y="24384"/>
                </a:moveTo>
                <a:cubicBezTo>
                  <a:pt x="0" y="10922"/>
                  <a:pt x="10922" y="0"/>
                  <a:pt x="24384" y="0"/>
                </a:cubicBezTo>
                <a:lnTo>
                  <a:pt x="122047" y="0"/>
                </a:lnTo>
                <a:cubicBezTo>
                  <a:pt x="135509" y="0"/>
                  <a:pt x="146431" y="10922"/>
                  <a:pt x="146431" y="24384"/>
                </a:cubicBezTo>
                <a:lnTo>
                  <a:pt x="146431" y="744347"/>
                </a:lnTo>
                <a:cubicBezTo>
                  <a:pt x="146431" y="757809"/>
                  <a:pt x="135509" y="768731"/>
                  <a:pt x="122047" y="768731"/>
                </a:cubicBezTo>
                <a:lnTo>
                  <a:pt x="24384" y="768731"/>
                </a:lnTo>
                <a:cubicBezTo>
                  <a:pt x="10922" y="768731"/>
                  <a:pt x="0" y="757809"/>
                  <a:pt x="0" y="744347"/>
                </a:cubicBezTo>
                <a:close/>
              </a:path>
            </a:pathLst>
          </a:custGeom>
          <a:solidFill>
            <a:srgbClr val="0C94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7" name="Google Shape;417;p11"/>
          <p:cNvGrpSpPr/>
          <p:nvPr/>
        </p:nvGrpSpPr>
        <p:grpSpPr>
          <a:xfrm>
            <a:off x="892235" y="802176"/>
            <a:ext cx="15785735" cy="1073522"/>
            <a:chOff x="0" y="-38100"/>
            <a:chExt cx="21047646" cy="1431362"/>
          </a:xfrm>
        </p:grpSpPr>
        <p:sp>
          <p:nvSpPr>
            <p:cNvPr id="418" name="Google Shape;418;p11"/>
            <p:cNvSpPr/>
            <p:nvPr/>
          </p:nvSpPr>
          <p:spPr>
            <a:xfrm>
              <a:off x="0" y="0"/>
              <a:ext cx="21047644" cy="1393262"/>
            </a:xfrm>
            <a:custGeom>
              <a:rect b="b" l="l" r="r" t="t"/>
              <a:pathLst>
                <a:path extrusionOk="0" h="1393262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1393262"/>
                  </a:lnTo>
                  <a:lnTo>
                    <a:pt x="0" y="1393262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227199" l="0" r="0" t="-261521"/>
              </a:stretch>
            </a:blipFill>
            <a:ln>
              <a:noFill/>
            </a:ln>
          </p:spPr>
        </p:sp>
        <p:sp>
          <p:nvSpPr>
            <p:cNvPr id="419" name="Google Shape;419;p11"/>
            <p:cNvSpPr txBox="1"/>
            <p:nvPr/>
          </p:nvSpPr>
          <p:spPr>
            <a:xfrm>
              <a:off x="0" y="-38100"/>
              <a:ext cx="21047646" cy="14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3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Important Instructions</a:t>
              </a:r>
              <a:endParaRPr/>
            </a:p>
          </p:txBody>
        </p:sp>
      </p:grpSp>
      <p:sp>
        <p:nvSpPr>
          <p:cNvPr id="420" name="Google Shape;420;p11"/>
          <p:cNvSpPr/>
          <p:nvPr/>
        </p:nvSpPr>
        <p:spPr>
          <a:xfrm>
            <a:off x="686333" y="9581255"/>
            <a:ext cx="16929163" cy="24670"/>
          </a:xfrm>
          <a:custGeom>
            <a:rect b="b" l="l" r="r" t="t"/>
            <a:pathLst>
              <a:path extrusionOk="0" h="32893" w="22572218">
                <a:moveTo>
                  <a:pt x="0" y="0"/>
                </a:moveTo>
                <a:lnTo>
                  <a:pt x="22572218" y="0"/>
                </a:lnTo>
                <a:lnTo>
                  <a:pt x="22572218" y="32893"/>
                </a:lnTo>
                <a:lnTo>
                  <a:pt x="0" y="32893"/>
                </a:lnTo>
                <a:close/>
              </a:path>
            </a:pathLst>
          </a:custGeom>
          <a:solidFill>
            <a:srgbClr val="BDE3F4"/>
          </a:solidFill>
          <a:ln>
            <a:noFill/>
          </a:ln>
        </p:spPr>
      </p:sp>
      <p:sp>
        <p:nvSpPr>
          <p:cNvPr descr="input_file_9.png" id="421" name="Google Shape;421;p11"/>
          <p:cNvSpPr/>
          <p:nvPr/>
        </p:nvSpPr>
        <p:spPr>
          <a:xfrm>
            <a:off x="686333" y="9649882"/>
            <a:ext cx="622268" cy="466725"/>
          </a:xfrm>
          <a:custGeom>
            <a:rect b="b" l="l" r="r" t="t"/>
            <a:pathLst>
              <a:path extrusionOk="0" h="622300" w="829691">
                <a:moveTo>
                  <a:pt x="0" y="0"/>
                </a:moveTo>
                <a:lnTo>
                  <a:pt x="829691" y="0"/>
                </a:lnTo>
                <a:lnTo>
                  <a:pt x="829691" y="622300"/>
                </a:lnTo>
                <a:lnTo>
                  <a:pt x="0" y="622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4" l="0" r="-1" t="0"/>
            </a:stretch>
          </a:blipFill>
          <a:ln>
            <a:noFill/>
          </a:ln>
        </p:spPr>
      </p:sp>
      <p:sp>
        <p:nvSpPr>
          <p:cNvPr descr="input_file_8.png" id="422" name="Google Shape;422;p11"/>
          <p:cNvSpPr/>
          <p:nvPr/>
        </p:nvSpPr>
        <p:spPr>
          <a:xfrm>
            <a:off x="12738402" y="9649882"/>
            <a:ext cx="439293" cy="439293"/>
          </a:xfrm>
          <a:custGeom>
            <a:rect b="b" l="l" r="r" t="t"/>
            <a:pathLst>
              <a:path extrusionOk="0" h="585724" w="585724">
                <a:moveTo>
                  <a:pt x="0" y="0"/>
                </a:moveTo>
                <a:lnTo>
                  <a:pt x="585724" y="0"/>
                </a:lnTo>
                <a:lnTo>
                  <a:pt x="585724" y="585724"/>
                </a:lnTo>
                <a:lnTo>
                  <a:pt x="0" y="585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8" l="0" r="8" t="0"/>
            </a:stretch>
          </a:blipFill>
          <a:ln>
            <a:noFill/>
          </a:ln>
        </p:spPr>
      </p:sp>
      <p:grpSp>
        <p:nvGrpSpPr>
          <p:cNvPr id="423" name="Google Shape;423;p11"/>
          <p:cNvGrpSpPr/>
          <p:nvPr/>
        </p:nvGrpSpPr>
        <p:grpSpPr>
          <a:xfrm>
            <a:off x="1262863" y="9649330"/>
            <a:ext cx="8510568" cy="453542"/>
            <a:chOff x="0" y="-19050"/>
            <a:chExt cx="11347425" cy="604724"/>
          </a:xfrm>
        </p:grpSpPr>
        <p:sp>
          <p:nvSpPr>
            <p:cNvPr id="424" name="Google Shape;424;p11"/>
            <p:cNvSpPr/>
            <p:nvPr/>
          </p:nvSpPr>
          <p:spPr>
            <a:xfrm>
              <a:off x="0" y="0"/>
              <a:ext cx="11347425" cy="585674"/>
            </a:xfrm>
            <a:custGeom>
              <a:rect b="b" l="l" r="r" t="t"/>
              <a:pathLst>
                <a:path extrusionOk="0" h="585674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585674"/>
                  </a:lnTo>
                  <a:lnTo>
                    <a:pt x="0" y="585674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327529" l="0" r="0" t="-327529"/>
              </a:stretch>
            </a:blipFill>
            <a:ln>
              <a:noFill/>
            </a:ln>
          </p:spPr>
        </p:sp>
        <p:sp>
          <p:nvSpPr>
            <p:cNvPr id="425" name="Google Shape;425;p11"/>
            <p:cNvSpPr txBox="1"/>
            <p:nvPr/>
          </p:nvSpPr>
          <p:spPr>
            <a:xfrm>
              <a:off x="0" y="-19050"/>
              <a:ext cx="11347425" cy="604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1" u="none" cap="none" strike="noStrike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HACKNOVA’26  |  PULZION’26  •  PICT ACM Student Chapter (PASC), PICT Pune</a:t>
              </a:r>
              <a:endParaRPr/>
            </a:p>
          </p:txBody>
        </p:sp>
      </p:grpSp>
      <p:sp>
        <p:nvSpPr>
          <p:cNvPr id="426" name="Google Shape;426;p11"/>
          <p:cNvSpPr/>
          <p:nvPr/>
        </p:nvSpPr>
        <p:spPr>
          <a:xfrm>
            <a:off x="677761" y="1748438"/>
            <a:ext cx="16946405" cy="593789"/>
          </a:xfrm>
          <a:custGeom>
            <a:rect b="b" l="l" r="r" t="t"/>
            <a:pathLst>
              <a:path extrusionOk="0" h="791718" w="22595205">
                <a:moveTo>
                  <a:pt x="0" y="158369"/>
                </a:moveTo>
                <a:cubicBezTo>
                  <a:pt x="0" y="70866"/>
                  <a:pt x="70866" y="0"/>
                  <a:pt x="158369" y="0"/>
                </a:cubicBezTo>
                <a:lnTo>
                  <a:pt x="22436837" y="0"/>
                </a:lnTo>
                <a:cubicBezTo>
                  <a:pt x="22524213" y="0"/>
                  <a:pt x="22595205" y="70866"/>
                  <a:pt x="22595205" y="158369"/>
                </a:cubicBezTo>
                <a:lnTo>
                  <a:pt x="22595205" y="633349"/>
                </a:lnTo>
                <a:cubicBezTo>
                  <a:pt x="22595205" y="720725"/>
                  <a:pt x="22524340" y="791718"/>
                  <a:pt x="22436837" y="791718"/>
                </a:cubicBezTo>
                <a:lnTo>
                  <a:pt x="158369" y="791718"/>
                </a:lnTo>
                <a:cubicBezTo>
                  <a:pt x="70866" y="791591"/>
                  <a:pt x="0" y="720725"/>
                  <a:pt x="0" y="633222"/>
                </a:cubicBezTo>
                <a:close/>
              </a:path>
            </a:pathLst>
          </a:custGeom>
          <a:solidFill>
            <a:srgbClr val="EAF7FC"/>
          </a:solidFill>
          <a:ln cap="sq" cmpd="sng" w="17150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11"/>
          <p:cNvGrpSpPr/>
          <p:nvPr/>
        </p:nvGrpSpPr>
        <p:grpSpPr>
          <a:xfrm>
            <a:off x="892235" y="1742733"/>
            <a:ext cx="16517369" cy="590812"/>
            <a:chOff x="0" y="-19050"/>
            <a:chExt cx="22023159" cy="787750"/>
          </a:xfrm>
        </p:grpSpPr>
        <p:sp>
          <p:nvSpPr>
            <p:cNvPr id="428" name="Google Shape;428;p11"/>
            <p:cNvSpPr/>
            <p:nvPr/>
          </p:nvSpPr>
          <p:spPr>
            <a:xfrm>
              <a:off x="0" y="0"/>
              <a:ext cx="22023155" cy="768700"/>
            </a:xfrm>
            <a:custGeom>
              <a:rect b="b" l="l" r="r" t="t"/>
              <a:pathLst>
                <a:path extrusionOk="0" h="768700" w="22023155">
                  <a:moveTo>
                    <a:pt x="0" y="0"/>
                  </a:moveTo>
                  <a:lnTo>
                    <a:pt x="22023155" y="0"/>
                  </a:lnTo>
                  <a:lnTo>
                    <a:pt x="22023155" y="768700"/>
                  </a:lnTo>
                  <a:lnTo>
                    <a:pt x="0" y="768700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508285" l="0" r="0" t="-508285"/>
              </a:stretch>
            </a:blipFill>
            <a:ln>
              <a:noFill/>
            </a:ln>
          </p:spPr>
        </p:sp>
        <p:sp>
          <p:nvSpPr>
            <p:cNvPr id="429" name="Google Shape;429;p11"/>
            <p:cNvSpPr txBox="1"/>
            <p:nvPr/>
          </p:nvSpPr>
          <p:spPr>
            <a:xfrm>
              <a:off x="0" y="-19050"/>
              <a:ext cx="22023159" cy="7877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Participant Presentation &amp; Submission Checklist — Please verify all items below before submitting your final deck:</a:t>
              </a:r>
              <a:endParaRPr/>
            </a:p>
          </p:txBody>
        </p:sp>
      </p:grpSp>
      <p:sp>
        <p:nvSpPr>
          <p:cNvPr id="430" name="Google Shape;430;p11"/>
          <p:cNvSpPr/>
          <p:nvPr/>
        </p:nvSpPr>
        <p:spPr>
          <a:xfrm>
            <a:off x="678713" y="2463184"/>
            <a:ext cx="8351519" cy="921258"/>
          </a:xfrm>
          <a:custGeom>
            <a:rect b="b" l="l" r="r" t="t"/>
            <a:pathLst>
              <a:path extrusionOk="0" h="1228344" w="1113536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987913" y="0"/>
                </a:lnTo>
                <a:cubicBezTo>
                  <a:pt x="11069320" y="0"/>
                  <a:pt x="11135360" y="66040"/>
                  <a:pt x="11135360" y="147447"/>
                </a:cubicBezTo>
                <a:lnTo>
                  <a:pt x="11135360" y="1080897"/>
                </a:lnTo>
                <a:cubicBezTo>
                  <a:pt x="11135360" y="1162304"/>
                  <a:pt x="11069320" y="1228344"/>
                  <a:pt x="10987913" y="1228344"/>
                </a:cubicBezTo>
                <a:lnTo>
                  <a:pt x="147447" y="1228344"/>
                </a:lnTo>
                <a:cubicBezTo>
                  <a:pt x="66040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11"/>
          <p:cNvGrpSpPr/>
          <p:nvPr/>
        </p:nvGrpSpPr>
        <p:grpSpPr>
          <a:xfrm>
            <a:off x="823608" y="2614660"/>
            <a:ext cx="603980" cy="611120"/>
            <a:chOff x="0" y="-9525"/>
            <a:chExt cx="805307" cy="814826"/>
          </a:xfrm>
        </p:grpSpPr>
        <p:sp>
          <p:nvSpPr>
            <p:cNvPr id="432" name="Google Shape;432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0C94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1</a:t>
              </a:r>
              <a:endParaRPr/>
            </a:p>
          </p:txBody>
        </p:sp>
      </p:grpSp>
      <p:grpSp>
        <p:nvGrpSpPr>
          <p:cNvPr id="434" name="Google Shape;434;p11"/>
          <p:cNvGrpSpPr/>
          <p:nvPr/>
        </p:nvGrpSpPr>
        <p:grpSpPr>
          <a:xfrm>
            <a:off x="1537392" y="2511428"/>
            <a:ext cx="7347918" cy="810441"/>
            <a:chOff x="0" y="-19050"/>
            <a:chExt cx="9797224" cy="1080587"/>
          </a:xfrm>
        </p:grpSpPr>
        <p:sp>
          <p:nvSpPr>
            <p:cNvPr id="435" name="Google Shape;435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36" name="Google Shape;436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Maximum slides: The presentation must not exceed 10 slides in total, including the title, Thank You slide.</a:t>
              </a:r>
              <a:endParaRPr/>
            </a:p>
          </p:txBody>
        </p:sp>
      </p:grpSp>
      <p:sp>
        <p:nvSpPr>
          <p:cNvPr id="437" name="Google Shape;437;p11"/>
          <p:cNvSpPr/>
          <p:nvPr/>
        </p:nvSpPr>
        <p:spPr>
          <a:xfrm>
            <a:off x="678713" y="3451508"/>
            <a:ext cx="8351519" cy="921258"/>
          </a:xfrm>
          <a:custGeom>
            <a:rect b="b" l="l" r="r" t="t"/>
            <a:pathLst>
              <a:path extrusionOk="0" h="1228344" w="1113536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987913" y="0"/>
                </a:lnTo>
                <a:cubicBezTo>
                  <a:pt x="11069320" y="0"/>
                  <a:pt x="11135360" y="66040"/>
                  <a:pt x="11135360" y="147447"/>
                </a:cubicBezTo>
                <a:lnTo>
                  <a:pt x="11135360" y="1080897"/>
                </a:lnTo>
                <a:cubicBezTo>
                  <a:pt x="11135360" y="1162304"/>
                  <a:pt x="11069320" y="1228344"/>
                  <a:pt x="10987913" y="1228344"/>
                </a:cubicBezTo>
                <a:lnTo>
                  <a:pt x="147447" y="1228344"/>
                </a:lnTo>
                <a:cubicBezTo>
                  <a:pt x="66040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EAF7FC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8" name="Google Shape;438;p11"/>
          <p:cNvGrpSpPr/>
          <p:nvPr/>
        </p:nvGrpSpPr>
        <p:grpSpPr>
          <a:xfrm>
            <a:off x="823608" y="3602983"/>
            <a:ext cx="603980" cy="611120"/>
            <a:chOff x="0" y="-9525"/>
            <a:chExt cx="805307" cy="814826"/>
          </a:xfrm>
        </p:grpSpPr>
        <p:sp>
          <p:nvSpPr>
            <p:cNvPr id="439" name="Google Shape;439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0C94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2</a:t>
              </a:r>
              <a:endParaRPr/>
            </a:p>
          </p:txBody>
        </p:sp>
      </p:grpSp>
      <p:grpSp>
        <p:nvGrpSpPr>
          <p:cNvPr id="441" name="Google Shape;441;p11"/>
          <p:cNvGrpSpPr/>
          <p:nvPr/>
        </p:nvGrpSpPr>
        <p:grpSpPr>
          <a:xfrm>
            <a:off x="1537392" y="3499751"/>
            <a:ext cx="7347918" cy="810441"/>
            <a:chOff x="0" y="-19050"/>
            <a:chExt cx="9797224" cy="1080587"/>
          </a:xfrm>
        </p:grpSpPr>
        <p:sp>
          <p:nvSpPr>
            <p:cNvPr id="442" name="Google Shape;442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43" name="Google Shape;443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Use the provided HACKNOVA’26 template.</a:t>
              </a:r>
              <a:endParaRPr/>
            </a:p>
          </p:txBody>
        </p:sp>
      </p:grpSp>
      <p:sp>
        <p:nvSpPr>
          <p:cNvPr id="444" name="Google Shape;444;p11"/>
          <p:cNvSpPr/>
          <p:nvPr/>
        </p:nvSpPr>
        <p:spPr>
          <a:xfrm>
            <a:off x="678713" y="4439831"/>
            <a:ext cx="8351519" cy="921258"/>
          </a:xfrm>
          <a:custGeom>
            <a:rect b="b" l="l" r="r" t="t"/>
            <a:pathLst>
              <a:path extrusionOk="0" h="1228344" w="1113536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987913" y="0"/>
                </a:lnTo>
                <a:cubicBezTo>
                  <a:pt x="11069320" y="0"/>
                  <a:pt x="11135360" y="66040"/>
                  <a:pt x="11135360" y="147447"/>
                </a:cubicBezTo>
                <a:lnTo>
                  <a:pt x="11135360" y="1080897"/>
                </a:lnTo>
                <a:cubicBezTo>
                  <a:pt x="11135360" y="1162304"/>
                  <a:pt x="11069320" y="1228344"/>
                  <a:pt x="10987913" y="1228344"/>
                </a:cubicBezTo>
                <a:lnTo>
                  <a:pt x="147447" y="1228344"/>
                </a:lnTo>
                <a:cubicBezTo>
                  <a:pt x="66040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5" name="Google Shape;445;p11"/>
          <p:cNvGrpSpPr/>
          <p:nvPr/>
        </p:nvGrpSpPr>
        <p:grpSpPr>
          <a:xfrm>
            <a:off x="823608" y="4591307"/>
            <a:ext cx="603980" cy="611120"/>
            <a:chOff x="0" y="-9525"/>
            <a:chExt cx="805307" cy="814826"/>
          </a:xfrm>
        </p:grpSpPr>
        <p:sp>
          <p:nvSpPr>
            <p:cNvPr id="446" name="Google Shape;446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0C94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3</a:t>
              </a:r>
              <a:endParaRPr/>
            </a:p>
          </p:txBody>
        </p:sp>
      </p:grpSp>
      <p:grpSp>
        <p:nvGrpSpPr>
          <p:cNvPr id="448" name="Google Shape;448;p11"/>
          <p:cNvGrpSpPr/>
          <p:nvPr/>
        </p:nvGrpSpPr>
        <p:grpSpPr>
          <a:xfrm>
            <a:off x="1537392" y="4488075"/>
            <a:ext cx="7347918" cy="810441"/>
            <a:chOff x="0" y="-19050"/>
            <a:chExt cx="9797224" cy="1080587"/>
          </a:xfrm>
        </p:grpSpPr>
        <p:sp>
          <p:nvSpPr>
            <p:cNvPr id="449" name="Google Shape;449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50" name="Google Shape;450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Replace all instructional text and placeholders with your team's own content.</a:t>
              </a:r>
              <a:endParaRPr/>
            </a:p>
          </p:txBody>
        </p:sp>
      </p:grpSp>
      <p:sp>
        <p:nvSpPr>
          <p:cNvPr id="451" name="Google Shape;451;p11"/>
          <p:cNvSpPr/>
          <p:nvPr/>
        </p:nvSpPr>
        <p:spPr>
          <a:xfrm>
            <a:off x="678713" y="5428155"/>
            <a:ext cx="8351519" cy="921258"/>
          </a:xfrm>
          <a:custGeom>
            <a:rect b="b" l="l" r="r" t="t"/>
            <a:pathLst>
              <a:path extrusionOk="0" h="1228344" w="1113536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987913" y="0"/>
                </a:lnTo>
                <a:cubicBezTo>
                  <a:pt x="11069320" y="0"/>
                  <a:pt x="11135360" y="66040"/>
                  <a:pt x="11135360" y="147447"/>
                </a:cubicBezTo>
                <a:lnTo>
                  <a:pt x="11135360" y="1080897"/>
                </a:lnTo>
                <a:cubicBezTo>
                  <a:pt x="11135360" y="1162304"/>
                  <a:pt x="11069320" y="1228344"/>
                  <a:pt x="10987913" y="1228344"/>
                </a:cubicBezTo>
                <a:lnTo>
                  <a:pt x="147447" y="1228344"/>
                </a:lnTo>
                <a:cubicBezTo>
                  <a:pt x="66040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EAF7FC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2" name="Google Shape;452;p11"/>
          <p:cNvGrpSpPr/>
          <p:nvPr/>
        </p:nvGrpSpPr>
        <p:grpSpPr>
          <a:xfrm>
            <a:off x="823608" y="5579630"/>
            <a:ext cx="603980" cy="611120"/>
            <a:chOff x="0" y="-9525"/>
            <a:chExt cx="805307" cy="814826"/>
          </a:xfrm>
        </p:grpSpPr>
        <p:sp>
          <p:nvSpPr>
            <p:cNvPr id="453" name="Google Shape;453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0C94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4</a:t>
              </a:r>
              <a:endParaRPr/>
            </a:p>
          </p:txBody>
        </p:sp>
      </p:grpSp>
      <p:grpSp>
        <p:nvGrpSpPr>
          <p:cNvPr id="455" name="Google Shape;455;p11"/>
          <p:cNvGrpSpPr/>
          <p:nvPr/>
        </p:nvGrpSpPr>
        <p:grpSpPr>
          <a:xfrm>
            <a:off x="1537392" y="5476398"/>
            <a:ext cx="7347918" cy="810441"/>
            <a:chOff x="0" y="-19050"/>
            <a:chExt cx="9797224" cy="1080587"/>
          </a:xfrm>
        </p:grpSpPr>
        <p:sp>
          <p:nvSpPr>
            <p:cNvPr id="456" name="Google Shape;456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57" name="Google Shape;457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Keep explanations concise, clear and easy to understand.</a:t>
              </a:r>
              <a:endParaRPr/>
            </a:p>
          </p:txBody>
        </p:sp>
      </p:grpSp>
      <p:sp>
        <p:nvSpPr>
          <p:cNvPr id="458" name="Google Shape;458;p11"/>
          <p:cNvSpPr/>
          <p:nvPr/>
        </p:nvSpPr>
        <p:spPr>
          <a:xfrm>
            <a:off x="678713" y="6416478"/>
            <a:ext cx="8351519" cy="921258"/>
          </a:xfrm>
          <a:custGeom>
            <a:rect b="b" l="l" r="r" t="t"/>
            <a:pathLst>
              <a:path extrusionOk="0" h="1228344" w="1113536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987913" y="0"/>
                </a:lnTo>
                <a:cubicBezTo>
                  <a:pt x="11069320" y="0"/>
                  <a:pt x="11135360" y="66040"/>
                  <a:pt x="11135360" y="147447"/>
                </a:cubicBezTo>
                <a:lnTo>
                  <a:pt x="11135360" y="1080897"/>
                </a:lnTo>
                <a:cubicBezTo>
                  <a:pt x="11135360" y="1162304"/>
                  <a:pt x="11069320" y="1228344"/>
                  <a:pt x="10987913" y="1228344"/>
                </a:cubicBezTo>
                <a:lnTo>
                  <a:pt x="147447" y="1228344"/>
                </a:lnTo>
                <a:cubicBezTo>
                  <a:pt x="66040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9" name="Google Shape;459;p11"/>
          <p:cNvGrpSpPr/>
          <p:nvPr/>
        </p:nvGrpSpPr>
        <p:grpSpPr>
          <a:xfrm>
            <a:off x="823608" y="6567954"/>
            <a:ext cx="603980" cy="611120"/>
            <a:chOff x="0" y="-9525"/>
            <a:chExt cx="805307" cy="814826"/>
          </a:xfrm>
        </p:grpSpPr>
        <p:sp>
          <p:nvSpPr>
            <p:cNvPr id="460" name="Google Shape;460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0C94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5</a:t>
              </a:r>
              <a:endParaRPr/>
            </a:p>
          </p:txBody>
        </p:sp>
      </p:grpSp>
      <p:grpSp>
        <p:nvGrpSpPr>
          <p:cNvPr id="462" name="Google Shape;462;p11"/>
          <p:cNvGrpSpPr/>
          <p:nvPr/>
        </p:nvGrpSpPr>
        <p:grpSpPr>
          <a:xfrm>
            <a:off x="1537392" y="6464722"/>
            <a:ext cx="7347918" cy="810441"/>
            <a:chOff x="0" y="-19050"/>
            <a:chExt cx="9797224" cy="1080587"/>
          </a:xfrm>
        </p:grpSpPr>
        <p:sp>
          <p:nvSpPr>
            <p:cNvPr id="463" name="Google Shape;463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64" name="Google Shape;464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Use genuine diagrams, screenshots and evidence from your own solution.</a:t>
              </a:r>
              <a:endParaRPr/>
            </a:p>
          </p:txBody>
        </p:sp>
      </p:grpSp>
      <p:sp>
        <p:nvSpPr>
          <p:cNvPr id="465" name="Google Shape;465;p11"/>
          <p:cNvSpPr/>
          <p:nvPr/>
        </p:nvSpPr>
        <p:spPr>
          <a:xfrm>
            <a:off x="678713" y="7404802"/>
            <a:ext cx="8351519" cy="921258"/>
          </a:xfrm>
          <a:custGeom>
            <a:rect b="b" l="l" r="r" t="t"/>
            <a:pathLst>
              <a:path extrusionOk="0" h="1228344" w="1113536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987913" y="0"/>
                </a:lnTo>
                <a:cubicBezTo>
                  <a:pt x="11069320" y="0"/>
                  <a:pt x="11135360" y="66040"/>
                  <a:pt x="11135360" y="147447"/>
                </a:cubicBezTo>
                <a:lnTo>
                  <a:pt x="11135360" y="1080897"/>
                </a:lnTo>
                <a:cubicBezTo>
                  <a:pt x="11135360" y="1162304"/>
                  <a:pt x="11069320" y="1228344"/>
                  <a:pt x="10987913" y="1228344"/>
                </a:cubicBezTo>
                <a:lnTo>
                  <a:pt x="147447" y="1228344"/>
                </a:lnTo>
                <a:cubicBezTo>
                  <a:pt x="66040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EAF7FC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6" name="Google Shape;466;p11"/>
          <p:cNvGrpSpPr/>
          <p:nvPr/>
        </p:nvGrpSpPr>
        <p:grpSpPr>
          <a:xfrm>
            <a:off x="823608" y="7556277"/>
            <a:ext cx="603980" cy="611120"/>
            <a:chOff x="0" y="-9525"/>
            <a:chExt cx="805307" cy="814826"/>
          </a:xfrm>
        </p:grpSpPr>
        <p:sp>
          <p:nvSpPr>
            <p:cNvPr id="467" name="Google Shape;467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0C94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6</a:t>
              </a:r>
              <a:endParaRPr/>
            </a:p>
          </p:txBody>
        </p:sp>
      </p:grpSp>
      <p:grpSp>
        <p:nvGrpSpPr>
          <p:cNvPr id="469" name="Google Shape;469;p11"/>
          <p:cNvGrpSpPr/>
          <p:nvPr/>
        </p:nvGrpSpPr>
        <p:grpSpPr>
          <a:xfrm>
            <a:off x="1537392" y="7453045"/>
            <a:ext cx="7347918" cy="810441"/>
            <a:chOff x="0" y="-19050"/>
            <a:chExt cx="9797224" cy="1080587"/>
          </a:xfrm>
        </p:grpSpPr>
        <p:sp>
          <p:nvSpPr>
            <p:cNvPr id="470" name="Google Shape;470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71" name="Google Shape;471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Explain the problem and proposed solution before the technical details.</a:t>
              </a:r>
              <a:endParaRPr/>
            </a:p>
          </p:txBody>
        </p:sp>
      </p:grpSp>
      <p:sp>
        <p:nvSpPr>
          <p:cNvPr id="472" name="Google Shape;472;p11"/>
          <p:cNvSpPr/>
          <p:nvPr/>
        </p:nvSpPr>
        <p:spPr>
          <a:xfrm>
            <a:off x="678713" y="8393125"/>
            <a:ext cx="8351519" cy="921258"/>
          </a:xfrm>
          <a:custGeom>
            <a:rect b="b" l="l" r="r" t="t"/>
            <a:pathLst>
              <a:path extrusionOk="0" h="1228344" w="11135360">
                <a:moveTo>
                  <a:pt x="0" y="147447"/>
                </a:moveTo>
                <a:cubicBezTo>
                  <a:pt x="0" y="66040"/>
                  <a:pt x="66040" y="0"/>
                  <a:pt x="147447" y="0"/>
                </a:cubicBezTo>
                <a:lnTo>
                  <a:pt x="10987913" y="0"/>
                </a:lnTo>
                <a:cubicBezTo>
                  <a:pt x="11069320" y="0"/>
                  <a:pt x="11135360" y="66040"/>
                  <a:pt x="11135360" y="147447"/>
                </a:cubicBezTo>
                <a:lnTo>
                  <a:pt x="11135360" y="1080897"/>
                </a:lnTo>
                <a:cubicBezTo>
                  <a:pt x="11135360" y="1162304"/>
                  <a:pt x="11069320" y="1228344"/>
                  <a:pt x="10987913" y="1228344"/>
                </a:cubicBezTo>
                <a:lnTo>
                  <a:pt x="147447" y="1228344"/>
                </a:lnTo>
                <a:cubicBezTo>
                  <a:pt x="66040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3" name="Google Shape;473;p11"/>
          <p:cNvGrpSpPr/>
          <p:nvPr/>
        </p:nvGrpSpPr>
        <p:grpSpPr>
          <a:xfrm>
            <a:off x="823608" y="8544601"/>
            <a:ext cx="603980" cy="611120"/>
            <a:chOff x="0" y="-9525"/>
            <a:chExt cx="805307" cy="814826"/>
          </a:xfrm>
        </p:grpSpPr>
        <p:sp>
          <p:nvSpPr>
            <p:cNvPr id="474" name="Google Shape;474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0C94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7</a:t>
              </a:r>
              <a:endParaRPr/>
            </a:p>
          </p:txBody>
        </p:sp>
      </p:grpSp>
      <p:grpSp>
        <p:nvGrpSpPr>
          <p:cNvPr id="476" name="Google Shape;476;p11"/>
          <p:cNvGrpSpPr/>
          <p:nvPr/>
        </p:nvGrpSpPr>
        <p:grpSpPr>
          <a:xfrm>
            <a:off x="1537392" y="8441369"/>
            <a:ext cx="7347918" cy="810441"/>
            <a:chOff x="0" y="-19050"/>
            <a:chExt cx="9797224" cy="1080587"/>
          </a:xfrm>
        </p:grpSpPr>
        <p:sp>
          <p:nvSpPr>
            <p:cNvPr id="477" name="Google Shape;477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78" name="Google Shape;478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Make sure all screenshots, diagrams and text are readable.</a:t>
              </a:r>
              <a:endParaRPr/>
            </a:p>
          </p:txBody>
        </p:sp>
      </p:grpSp>
      <p:sp>
        <p:nvSpPr>
          <p:cNvPr id="479" name="Google Shape;479;p11"/>
          <p:cNvSpPr/>
          <p:nvPr/>
        </p:nvSpPr>
        <p:spPr>
          <a:xfrm>
            <a:off x="9271635" y="2463184"/>
            <a:ext cx="8206636" cy="921258"/>
          </a:xfrm>
          <a:custGeom>
            <a:rect b="b" l="l" r="r" t="t"/>
            <a:pathLst>
              <a:path extrusionOk="0" h="1228344" w="10942180">
                <a:moveTo>
                  <a:pt x="0" y="147447"/>
                </a:moveTo>
                <a:cubicBezTo>
                  <a:pt x="0" y="66040"/>
                  <a:pt x="64894" y="0"/>
                  <a:pt x="144889" y="0"/>
                </a:cubicBezTo>
                <a:lnTo>
                  <a:pt x="10797291" y="0"/>
                </a:lnTo>
                <a:cubicBezTo>
                  <a:pt x="10877285" y="0"/>
                  <a:pt x="10942180" y="66040"/>
                  <a:pt x="10942180" y="147447"/>
                </a:cubicBezTo>
                <a:lnTo>
                  <a:pt x="10942180" y="1080897"/>
                </a:lnTo>
                <a:cubicBezTo>
                  <a:pt x="10942180" y="1162304"/>
                  <a:pt x="10877285" y="1228344"/>
                  <a:pt x="10797291" y="1228344"/>
                </a:cubicBezTo>
                <a:lnTo>
                  <a:pt x="144889" y="1228344"/>
                </a:lnTo>
                <a:cubicBezTo>
                  <a:pt x="64894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0" name="Google Shape;480;p11"/>
          <p:cNvGrpSpPr/>
          <p:nvPr/>
        </p:nvGrpSpPr>
        <p:grpSpPr>
          <a:xfrm>
            <a:off x="9416529" y="2614660"/>
            <a:ext cx="603980" cy="611120"/>
            <a:chOff x="0" y="-9525"/>
            <a:chExt cx="805307" cy="814826"/>
          </a:xfrm>
        </p:grpSpPr>
        <p:sp>
          <p:nvSpPr>
            <p:cNvPr id="481" name="Google Shape;481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1230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8</a:t>
              </a:r>
              <a:endParaRPr/>
            </a:p>
          </p:txBody>
        </p:sp>
      </p:grpSp>
      <p:grpSp>
        <p:nvGrpSpPr>
          <p:cNvPr id="483" name="Google Shape;483;p11"/>
          <p:cNvGrpSpPr/>
          <p:nvPr/>
        </p:nvGrpSpPr>
        <p:grpSpPr>
          <a:xfrm>
            <a:off x="10130323" y="2511428"/>
            <a:ext cx="7347918" cy="810441"/>
            <a:chOff x="0" y="-19050"/>
            <a:chExt cx="9797224" cy="1080587"/>
          </a:xfrm>
        </p:grpSpPr>
        <p:sp>
          <p:nvSpPr>
            <p:cNvPr id="484" name="Google Shape;484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85" name="Google Shape;485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Add working GitHub, prototype and design links where applicable.</a:t>
              </a:r>
              <a:endParaRPr/>
            </a:p>
          </p:txBody>
        </p:sp>
      </p:grpSp>
      <p:sp>
        <p:nvSpPr>
          <p:cNvPr id="486" name="Google Shape;486;p11"/>
          <p:cNvSpPr/>
          <p:nvPr/>
        </p:nvSpPr>
        <p:spPr>
          <a:xfrm>
            <a:off x="9271635" y="3451508"/>
            <a:ext cx="8206636" cy="921258"/>
          </a:xfrm>
          <a:custGeom>
            <a:rect b="b" l="l" r="r" t="t"/>
            <a:pathLst>
              <a:path extrusionOk="0" h="1228344" w="10942180">
                <a:moveTo>
                  <a:pt x="0" y="147447"/>
                </a:moveTo>
                <a:cubicBezTo>
                  <a:pt x="0" y="66040"/>
                  <a:pt x="64894" y="0"/>
                  <a:pt x="144889" y="0"/>
                </a:cubicBezTo>
                <a:lnTo>
                  <a:pt x="10797291" y="0"/>
                </a:lnTo>
                <a:cubicBezTo>
                  <a:pt x="10877285" y="0"/>
                  <a:pt x="10942180" y="66040"/>
                  <a:pt x="10942180" y="147447"/>
                </a:cubicBezTo>
                <a:lnTo>
                  <a:pt x="10942180" y="1080897"/>
                </a:lnTo>
                <a:cubicBezTo>
                  <a:pt x="10942180" y="1162304"/>
                  <a:pt x="10877285" y="1228344"/>
                  <a:pt x="10797291" y="1228344"/>
                </a:cubicBezTo>
                <a:lnTo>
                  <a:pt x="144889" y="1228344"/>
                </a:lnTo>
                <a:cubicBezTo>
                  <a:pt x="64894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EAF7FC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11"/>
          <p:cNvGrpSpPr/>
          <p:nvPr/>
        </p:nvGrpSpPr>
        <p:grpSpPr>
          <a:xfrm>
            <a:off x="9416529" y="3602983"/>
            <a:ext cx="603980" cy="611120"/>
            <a:chOff x="0" y="-9525"/>
            <a:chExt cx="805307" cy="814826"/>
          </a:xfrm>
        </p:grpSpPr>
        <p:sp>
          <p:nvSpPr>
            <p:cNvPr id="488" name="Google Shape;488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1230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9</a:t>
              </a:r>
              <a:endParaRPr/>
            </a:p>
          </p:txBody>
        </p:sp>
      </p:grpSp>
      <p:grpSp>
        <p:nvGrpSpPr>
          <p:cNvPr id="490" name="Google Shape;490;p11"/>
          <p:cNvGrpSpPr/>
          <p:nvPr/>
        </p:nvGrpSpPr>
        <p:grpSpPr>
          <a:xfrm>
            <a:off x="10130323" y="3499751"/>
            <a:ext cx="7347918" cy="810441"/>
            <a:chOff x="0" y="-19050"/>
            <a:chExt cx="9797224" cy="1080587"/>
          </a:xfrm>
        </p:grpSpPr>
        <p:sp>
          <p:nvSpPr>
            <p:cNvPr id="491" name="Google Shape;491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492" name="Google Shape;492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Verify that links and the live demo work before presenting.</a:t>
              </a:r>
              <a:endParaRPr/>
            </a:p>
          </p:txBody>
        </p:sp>
      </p:grpSp>
      <p:sp>
        <p:nvSpPr>
          <p:cNvPr id="493" name="Google Shape;493;p11"/>
          <p:cNvSpPr/>
          <p:nvPr/>
        </p:nvSpPr>
        <p:spPr>
          <a:xfrm>
            <a:off x="9271635" y="4439831"/>
            <a:ext cx="8206636" cy="921258"/>
          </a:xfrm>
          <a:custGeom>
            <a:rect b="b" l="l" r="r" t="t"/>
            <a:pathLst>
              <a:path extrusionOk="0" h="1228344" w="10942180">
                <a:moveTo>
                  <a:pt x="0" y="147447"/>
                </a:moveTo>
                <a:cubicBezTo>
                  <a:pt x="0" y="66040"/>
                  <a:pt x="64894" y="0"/>
                  <a:pt x="144889" y="0"/>
                </a:cubicBezTo>
                <a:lnTo>
                  <a:pt x="10797291" y="0"/>
                </a:lnTo>
                <a:cubicBezTo>
                  <a:pt x="10877285" y="0"/>
                  <a:pt x="10942180" y="66040"/>
                  <a:pt x="10942180" y="147447"/>
                </a:cubicBezTo>
                <a:lnTo>
                  <a:pt x="10942180" y="1080897"/>
                </a:lnTo>
                <a:cubicBezTo>
                  <a:pt x="10942180" y="1162304"/>
                  <a:pt x="10877285" y="1228344"/>
                  <a:pt x="10797291" y="1228344"/>
                </a:cubicBezTo>
                <a:lnTo>
                  <a:pt x="144889" y="1228344"/>
                </a:lnTo>
                <a:cubicBezTo>
                  <a:pt x="64894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4" name="Google Shape;494;p11"/>
          <p:cNvGrpSpPr/>
          <p:nvPr/>
        </p:nvGrpSpPr>
        <p:grpSpPr>
          <a:xfrm>
            <a:off x="9416529" y="4591307"/>
            <a:ext cx="603980" cy="611120"/>
            <a:chOff x="0" y="-9525"/>
            <a:chExt cx="805307" cy="814826"/>
          </a:xfrm>
        </p:grpSpPr>
        <p:sp>
          <p:nvSpPr>
            <p:cNvPr id="495" name="Google Shape;495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1230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10</a:t>
              </a:r>
              <a:endParaRPr/>
            </a:p>
          </p:txBody>
        </p:sp>
      </p:grpSp>
      <p:grpSp>
        <p:nvGrpSpPr>
          <p:cNvPr id="497" name="Google Shape;497;p11"/>
          <p:cNvGrpSpPr/>
          <p:nvPr/>
        </p:nvGrpSpPr>
        <p:grpSpPr>
          <a:xfrm>
            <a:off x="10130323" y="4488075"/>
            <a:ext cx="7279281" cy="810441"/>
            <a:chOff x="0" y="-19050"/>
            <a:chExt cx="9705708" cy="1080587"/>
          </a:xfrm>
        </p:grpSpPr>
        <p:sp>
          <p:nvSpPr>
            <p:cNvPr id="498" name="Google Shape;498;p11"/>
            <p:cNvSpPr/>
            <p:nvPr/>
          </p:nvSpPr>
          <p:spPr>
            <a:xfrm>
              <a:off x="0" y="0"/>
              <a:ext cx="9705704" cy="1061537"/>
            </a:xfrm>
            <a:custGeom>
              <a:rect b="b" l="l" r="r" t="t"/>
              <a:pathLst>
                <a:path extrusionOk="0" h="1061537" w="9705704">
                  <a:moveTo>
                    <a:pt x="0" y="0"/>
                  </a:moveTo>
                  <a:lnTo>
                    <a:pt x="9705704" y="0"/>
                  </a:lnTo>
                  <a:lnTo>
                    <a:pt x="9705704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-942" t="-129830"/>
              </a:stretch>
            </a:blipFill>
            <a:ln>
              <a:noFill/>
            </a:ln>
          </p:spPr>
        </p:sp>
        <p:sp>
          <p:nvSpPr>
            <p:cNvPr id="499" name="Google Shape;499;p11"/>
            <p:cNvSpPr txBox="1"/>
            <p:nvPr/>
          </p:nvSpPr>
          <p:spPr>
            <a:xfrm>
              <a:off x="0" y="-19050"/>
              <a:ext cx="9705708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Clearly distinguish implemented features from planned features.</a:t>
              </a:r>
              <a:endParaRPr/>
            </a:p>
          </p:txBody>
        </p:sp>
      </p:grpSp>
      <p:sp>
        <p:nvSpPr>
          <p:cNvPr id="500" name="Google Shape;500;p11"/>
          <p:cNvSpPr/>
          <p:nvPr/>
        </p:nvSpPr>
        <p:spPr>
          <a:xfrm>
            <a:off x="9271635" y="5428155"/>
            <a:ext cx="8206636" cy="921258"/>
          </a:xfrm>
          <a:custGeom>
            <a:rect b="b" l="l" r="r" t="t"/>
            <a:pathLst>
              <a:path extrusionOk="0" h="1228344" w="10942180">
                <a:moveTo>
                  <a:pt x="0" y="147447"/>
                </a:moveTo>
                <a:cubicBezTo>
                  <a:pt x="0" y="66040"/>
                  <a:pt x="64894" y="0"/>
                  <a:pt x="144889" y="0"/>
                </a:cubicBezTo>
                <a:lnTo>
                  <a:pt x="10797291" y="0"/>
                </a:lnTo>
                <a:cubicBezTo>
                  <a:pt x="10877285" y="0"/>
                  <a:pt x="10942180" y="66040"/>
                  <a:pt x="10942180" y="147447"/>
                </a:cubicBezTo>
                <a:lnTo>
                  <a:pt x="10942180" y="1080897"/>
                </a:lnTo>
                <a:cubicBezTo>
                  <a:pt x="10942180" y="1162304"/>
                  <a:pt x="10877285" y="1228344"/>
                  <a:pt x="10797291" y="1228344"/>
                </a:cubicBezTo>
                <a:lnTo>
                  <a:pt x="144889" y="1228344"/>
                </a:lnTo>
                <a:cubicBezTo>
                  <a:pt x="64894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EAF7FC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1" name="Google Shape;501;p11"/>
          <p:cNvGrpSpPr/>
          <p:nvPr/>
        </p:nvGrpSpPr>
        <p:grpSpPr>
          <a:xfrm>
            <a:off x="9416529" y="5579630"/>
            <a:ext cx="603980" cy="611120"/>
            <a:chOff x="0" y="-9525"/>
            <a:chExt cx="805307" cy="814826"/>
          </a:xfrm>
        </p:grpSpPr>
        <p:sp>
          <p:nvSpPr>
            <p:cNvPr id="502" name="Google Shape;502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1230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11</a:t>
              </a:r>
              <a:endParaRPr/>
            </a:p>
          </p:txBody>
        </p:sp>
      </p:grpSp>
      <p:grpSp>
        <p:nvGrpSpPr>
          <p:cNvPr id="504" name="Google Shape;504;p11"/>
          <p:cNvGrpSpPr/>
          <p:nvPr/>
        </p:nvGrpSpPr>
        <p:grpSpPr>
          <a:xfrm>
            <a:off x="10130323" y="5476398"/>
            <a:ext cx="7347918" cy="810441"/>
            <a:chOff x="0" y="-19050"/>
            <a:chExt cx="9797224" cy="1080587"/>
          </a:xfrm>
        </p:grpSpPr>
        <p:sp>
          <p:nvSpPr>
            <p:cNvPr id="505" name="Google Shape;505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506" name="Google Shape;506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Remove unused placeholders and instructional text from the content slides before submitting the ppt.</a:t>
              </a:r>
              <a:endParaRPr/>
            </a:p>
          </p:txBody>
        </p:sp>
      </p:grpSp>
      <p:sp>
        <p:nvSpPr>
          <p:cNvPr id="507" name="Google Shape;507;p11"/>
          <p:cNvSpPr/>
          <p:nvPr/>
        </p:nvSpPr>
        <p:spPr>
          <a:xfrm>
            <a:off x="9271635" y="6416478"/>
            <a:ext cx="8206636" cy="921258"/>
          </a:xfrm>
          <a:custGeom>
            <a:rect b="b" l="l" r="r" t="t"/>
            <a:pathLst>
              <a:path extrusionOk="0" h="1228344" w="10942180">
                <a:moveTo>
                  <a:pt x="0" y="147447"/>
                </a:moveTo>
                <a:cubicBezTo>
                  <a:pt x="0" y="66040"/>
                  <a:pt x="64894" y="0"/>
                  <a:pt x="144889" y="0"/>
                </a:cubicBezTo>
                <a:lnTo>
                  <a:pt x="10797291" y="0"/>
                </a:lnTo>
                <a:cubicBezTo>
                  <a:pt x="10877285" y="0"/>
                  <a:pt x="10942180" y="66040"/>
                  <a:pt x="10942180" y="147447"/>
                </a:cubicBezTo>
                <a:lnTo>
                  <a:pt x="10942180" y="1080897"/>
                </a:lnTo>
                <a:cubicBezTo>
                  <a:pt x="10942180" y="1162304"/>
                  <a:pt x="10877285" y="1228344"/>
                  <a:pt x="10797291" y="1228344"/>
                </a:cubicBezTo>
                <a:lnTo>
                  <a:pt x="144889" y="1228344"/>
                </a:lnTo>
                <a:cubicBezTo>
                  <a:pt x="64894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F8FCFE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8" name="Google Shape;508;p11"/>
          <p:cNvGrpSpPr/>
          <p:nvPr/>
        </p:nvGrpSpPr>
        <p:grpSpPr>
          <a:xfrm>
            <a:off x="9416529" y="6567954"/>
            <a:ext cx="603980" cy="611120"/>
            <a:chOff x="0" y="-9525"/>
            <a:chExt cx="805307" cy="814826"/>
          </a:xfrm>
        </p:grpSpPr>
        <p:sp>
          <p:nvSpPr>
            <p:cNvPr id="509" name="Google Shape;509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1230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12</a:t>
              </a:r>
              <a:endParaRPr/>
            </a:p>
          </p:txBody>
        </p:sp>
      </p:grpSp>
      <p:grpSp>
        <p:nvGrpSpPr>
          <p:cNvPr id="511" name="Google Shape;511;p11"/>
          <p:cNvGrpSpPr/>
          <p:nvPr/>
        </p:nvGrpSpPr>
        <p:grpSpPr>
          <a:xfrm>
            <a:off x="10130323" y="6464722"/>
            <a:ext cx="7347918" cy="810441"/>
            <a:chOff x="0" y="-19050"/>
            <a:chExt cx="9797224" cy="1080587"/>
          </a:xfrm>
        </p:grpSpPr>
        <p:sp>
          <p:nvSpPr>
            <p:cNvPr id="512" name="Google Shape;512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513" name="Google Shape;513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Check all team details, links and presentation content before submission.</a:t>
              </a:r>
              <a:endParaRPr/>
            </a:p>
          </p:txBody>
        </p:sp>
      </p:grpSp>
      <p:sp>
        <p:nvSpPr>
          <p:cNvPr id="514" name="Google Shape;514;p11"/>
          <p:cNvSpPr/>
          <p:nvPr/>
        </p:nvSpPr>
        <p:spPr>
          <a:xfrm>
            <a:off x="9271635" y="7404802"/>
            <a:ext cx="8206636" cy="921258"/>
          </a:xfrm>
          <a:custGeom>
            <a:rect b="b" l="l" r="r" t="t"/>
            <a:pathLst>
              <a:path extrusionOk="0" h="1228344" w="10942180">
                <a:moveTo>
                  <a:pt x="0" y="147447"/>
                </a:moveTo>
                <a:cubicBezTo>
                  <a:pt x="0" y="66040"/>
                  <a:pt x="64894" y="0"/>
                  <a:pt x="144889" y="0"/>
                </a:cubicBezTo>
                <a:lnTo>
                  <a:pt x="10797291" y="0"/>
                </a:lnTo>
                <a:cubicBezTo>
                  <a:pt x="10877285" y="0"/>
                  <a:pt x="10942180" y="66040"/>
                  <a:pt x="10942180" y="147447"/>
                </a:cubicBezTo>
                <a:lnTo>
                  <a:pt x="10942180" y="1080897"/>
                </a:lnTo>
                <a:cubicBezTo>
                  <a:pt x="10942180" y="1162304"/>
                  <a:pt x="10877285" y="1228344"/>
                  <a:pt x="10797291" y="1228344"/>
                </a:cubicBezTo>
                <a:lnTo>
                  <a:pt x="144889" y="1228344"/>
                </a:lnTo>
                <a:cubicBezTo>
                  <a:pt x="64894" y="1228344"/>
                  <a:pt x="0" y="1162304"/>
                  <a:pt x="0" y="1080897"/>
                </a:cubicBezTo>
                <a:close/>
              </a:path>
            </a:pathLst>
          </a:custGeom>
          <a:solidFill>
            <a:srgbClr val="EAF7FC"/>
          </a:solidFill>
          <a:ln cap="sq" cmpd="sng" w="15250">
            <a:solidFill>
              <a:srgbClr val="BDE3F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5" name="Google Shape;515;p11"/>
          <p:cNvGrpSpPr/>
          <p:nvPr/>
        </p:nvGrpSpPr>
        <p:grpSpPr>
          <a:xfrm>
            <a:off x="9416529" y="7556277"/>
            <a:ext cx="603980" cy="611120"/>
            <a:chOff x="0" y="-9525"/>
            <a:chExt cx="805307" cy="814826"/>
          </a:xfrm>
        </p:grpSpPr>
        <p:sp>
          <p:nvSpPr>
            <p:cNvPr id="516" name="Google Shape;516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1230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13</a:t>
              </a:r>
              <a:endParaRPr/>
            </a:p>
          </p:txBody>
        </p:sp>
      </p:grpSp>
      <p:grpSp>
        <p:nvGrpSpPr>
          <p:cNvPr id="518" name="Google Shape;518;p11"/>
          <p:cNvGrpSpPr/>
          <p:nvPr/>
        </p:nvGrpSpPr>
        <p:grpSpPr>
          <a:xfrm>
            <a:off x="10130323" y="7453045"/>
            <a:ext cx="7347918" cy="810441"/>
            <a:chOff x="0" y="-19050"/>
            <a:chExt cx="9797224" cy="1080587"/>
          </a:xfrm>
        </p:grpSpPr>
        <p:sp>
          <p:nvSpPr>
            <p:cNvPr id="519" name="Google Shape;519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520" name="Google Shape;520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Follow the presentation timing, submission format and deadline officially communicated by the organisers.</a:t>
              </a:r>
              <a:endParaRPr/>
            </a:p>
          </p:txBody>
        </p:sp>
      </p:grpSp>
      <p:sp>
        <p:nvSpPr>
          <p:cNvPr id="521" name="Google Shape;521;p11"/>
          <p:cNvSpPr/>
          <p:nvPr/>
        </p:nvSpPr>
        <p:spPr>
          <a:xfrm>
            <a:off x="9267825" y="8389315"/>
            <a:ext cx="8359140" cy="928783"/>
          </a:xfrm>
          <a:custGeom>
            <a:rect b="b" l="l" r="r" t="t"/>
            <a:pathLst>
              <a:path extrusionOk="0" h="1238377" w="11145520">
                <a:moveTo>
                  <a:pt x="0" y="148590"/>
                </a:moveTo>
                <a:cubicBezTo>
                  <a:pt x="0" y="66548"/>
                  <a:pt x="66548" y="0"/>
                  <a:pt x="148590" y="0"/>
                </a:cubicBezTo>
                <a:lnTo>
                  <a:pt x="10996930" y="0"/>
                </a:lnTo>
                <a:cubicBezTo>
                  <a:pt x="11078973" y="0"/>
                  <a:pt x="11145520" y="66548"/>
                  <a:pt x="11145520" y="148590"/>
                </a:cubicBezTo>
                <a:lnTo>
                  <a:pt x="11145520" y="1089787"/>
                </a:lnTo>
                <a:cubicBezTo>
                  <a:pt x="11145520" y="1171829"/>
                  <a:pt x="11078973" y="1238377"/>
                  <a:pt x="10996930" y="1238377"/>
                </a:cubicBezTo>
                <a:lnTo>
                  <a:pt x="148590" y="1238377"/>
                </a:lnTo>
                <a:cubicBezTo>
                  <a:pt x="66548" y="1238504"/>
                  <a:pt x="0" y="1171956"/>
                  <a:pt x="0" y="1089787"/>
                </a:cubicBezTo>
                <a:close/>
              </a:path>
            </a:pathLst>
          </a:custGeom>
          <a:solidFill>
            <a:srgbClr val="F8FCFE"/>
          </a:solidFill>
          <a:ln cap="sq" cmpd="sng" w="22875">
            <a:solidFill>
              <a:srgbClr val="0C94C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1"/>
          <p:cNvSpPr txBox="1"/>
          <p:nvPr/>
        </p:nvSpPr>
        <p:spPr>
          <a:xfrm>
            <a:off x="686333" y="155200"/>
            <a:ext cx="98832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6" u="none" cap="none" strike="noStrike">
                <a:solidFill>
                  <a:srgbClr val="123047"/>
                </a:solidFill>
                <a:latin typeface="Poppins"/>
                <a:ea typeface="Poppins"/>
                <a:cs typeface="Poppins"/>
                <a:sym typeface="Poppins"/>
              </a:rPr>
              <a:t>HACKNOVA’26  |  PULZION’26</a:t>
            </a:r>
            <a:r>
              <a:rPr b="1" i="0" lang="en-US" sz="1576" u="none" cap="none" strike="noStrike">
                <a:solidFill>
                  <a:srgbClr val="0C94CC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/>
          </a:p>
          <a:p>
            <a:pPr indent="0" lvl="0" marL="0" marR="0" rtl="0" algn="l">
              <a:lnSpc>
                <a:spcPct val="11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6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PICT ACM Student Chapter (PASC)  —  Pune Institute of Computer Technology (PICT), Pune</a:t>
            </a:r>
            <a:endParaRPr/>
          </a:p>
        </p:txBody>
      </p:sp>
      <p:grpSp>
        <p:nvGrpSpPr>
          <p:cNvPr id="523" name="Google Shape;523;p11"/>
          <p:cNvGrpSpPr/>
          <p:nvPr/>
        </p:nvGrpSpPr>
        <p:grpSpPr>
          <a:xfrm>
            <a:off x="9416529" y="8544600"/>
            <a:ext cx="603980" cy="611120"/>
            <a:chOff x="0" y="-9525"/>
            <a:chExt cx="805307" cy="814826"/>
          </a:xfrm>
        </p:grpSpPr>
        <p:sp>
          <p:nvSpPr>
            <p:cNvPr id="524" name="Google Shape;524;p11"/>
            <p:cNvSpPr/>
            <p:nvPr/>
          </p:nvSpPr>
          <p:spPr>
            <a:xfrm>
              <a:off x="0" y="0"/>
              <a:ext cx="805180" cy="805174"/>
            </a:xfrm>
            <a:custGeom>
              <a:rect b="b" l="l" r="r" t="t"/>
              <a:pathLst>
                <a:path extrusionOk="0" h="805174" w="805180">
                  <a:moveTo>
                    <a:pt x="0" y="201294"/>
                  </a:moveTo>
                  <a:cubicBezTo>
                    <a:pt x="0" y="90169"/>
                    <a:pt x="90170" y="0"/>
                    <a:pt x="201295" y="0"/>
                  </a:cubicBezTo>
                  <a:lnTo>
                    <a:pt x="603885" y="0"/>
                  </a:lnTo>
                  <a:cubicBezTo>
                    <a:pt x="715137" y="0"/>
                    <a:pt x="805180" y="90169"/>
                    <a:pt x="805180" y="201294"/>
                  </a:cubicBezTo>
                  <a:lnTo>
                    <a:pt x="805180" y="603881"/>
                  </a:lnTo>
                  <a:cubicBezTo>
                    <a:pt x="805180" y="715132"/>
                    <a:pt x="715010" y="805174"/>
                    <a:pt x="603885" y="805174"/>
                  </a:cubicBezTo>
                  <a:lnTo>
                    <a:pt x="201295" y="805174"/>
                  </a:lnTo>
                  <a:cubicBezTo>
                    <a:pt x="90170" y="805301"/>
                    <a:pt x="0" y="715132"/>
                    <a:pt x="0" y="604008"/>
                  </a:cubicBezTo>
                  <a:close/>
                </a:path>
              </a:pathLst>
            </a:custGeom>
            <a:solidFill>
              <a:srgbClr val="1230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1"/>
            <p:cNvSpPr txBox="1"/>
            <p:nvPr/>
          </p:nvSpPr>
          <p:spPr>
            <a:xfrm>
              <a:off x="0" y="-9525"/>
              <a:ext cx="805307" cy="8148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76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✓ 14</a:t>
              </a:r>
              <a:endParaRPr/>
            </a:p>
          </p:txBody>
        </p:sp>
      </p:grpSp>
      <p:grpSp>
        <p:nvGrpSpPr>
          <p:cNvPr id="526" name="Google Shape;526;p11"/>
          <p:cNvGrpSpPr/>
          <p:nvPr/>
        </p:nvGrpSpPr>
        <p:grpSpPr>
          <a:xfrm>
            <a:off x="10061686" y="8441369"/>
            <a:ext cx="7347918" cy="810441"/>
            <a:chOff x="0" y="-19050"/>
            <a:chExt cx="9797224" cy="1080587"/>
          </a:xfrm>
        </p:grpSpPr>
        <p:sp>
          <p:nvSpPr>
            <p:cNvPr id="527" name="Google Shape;527;p11"/>
            <p:cNvSpPr/>
            <p:nvPr/>
          </p:nvSpPr>
          <p:spPr>
            <a:xfrm>
              <a:off x="0" y="0"/>
              <a:ext cx="9797220" cy="1061537"/>
            </a:xfrm>
            <a:custGeom>
              <a:rect b="b" l="l" r="r" t="t"/>
              <a:pathLst>
                <a:path extrusionOk="0" h="1061537" w="9797220">
                  <a:moveTo>
                    <a:pt x="0" y="0"/>
                  </a:moveTo>
                  <a:lnTo>
                    <a:pt x="9797220" y="0"/>
                  </a:lnTo>
                  <a:lnTo>
                    <a:pt x="9797220" y="1061537"/>
                  </a:lnTo>
                  <a:lnTo>
                    <a:pt x="0" y="1061537"/>
                  </a:lnTo>
                  <a:close/>
                </a:path>
              </a:pathLst>
            </a:custGeom>
            <a:blipFill rotWithShape="1">
              <a:blip r:embed="rId9">
                <a:alphaModFix amt="0"/>
              </a:blip>
              <a:stretch>
                <a:fillRect b="-129830" l="0" r="0" t="-129830"/>
              </a:stretch>
            </a:blipFill>
            <a:ln>
              <a:noFill/>
            </a:ln>
          </p:spPr>
        </p:sp>
        <p:sp>
          <p:nvSpPr>
            <p:cNvPr id="528" name="Google Shape;528;p11"/>
            <p:cNvSpPr txBox="1"/>
            <p:nvPr/>
          </p:nvSpPr>
          <p:spPr>
            <a:xfrm>
              <a:off x="0" y="-19050"/>
              <a:ext cx="9797224" cy="10805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1" u="none" cap="none" strike="noStrike">
                  <a:solidFill>
                    <a:srgbClr val="123047"/>
                  </a:solidFill>
                  <a:latin typeface="Poppins"/>
                  <a:ea typeface="Poppins"/>
                  <a:cs typeface="Poppins"/>
                  <a:sym typeface="Poppins"/>
                </a:rPr>
                <a:t>Follow the above instructions and delete this instructions slide before submission.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